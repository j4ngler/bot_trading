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235A8D-D56D-4053-A665-D83F091053B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279A9CA-8AE6-494D-B464-969370E6238F}">
      <dgm:prSet/>
      <dgm:spPr/>
      <dgm:t>
        <a:bodyPr/>
        <a:lstStyle/>
        <a:p>
          <a:r>
            <a:rPr lang="en-US"/>
            <a:t>Pull code mới nhất</a:t>
          </a:r>
        </a:p>
      </dgm:t>
    </dgm:pt>
    <dgm:pt modelId="{151B397C-5C8F-4918-815F-59C1DA7FA761}" type="parTrans" cxnId="{37FC387C-D33A-4626-81F4-F29AD0DBBDF5}">
      <dgm:prSet/>
      <dgm:spPr/>
      <dgm:t>
        <a:bodyPr/>
        <a:lstStyle/>
        <a:p>
          <a:endParaRPr lang="en-US"/>
        </a:p>
      </dgm:t>
    </dgm:pt>
    <dgm:pt modelId="{6CABDC06-2B20-4337-886B-48A1C8CCF098}" type="sibTrans" cxnId="{37FC387C-D33A-4626-81F4-F29AD0DBBDF5}">
      <dgm:prSet/>
      <dgm:spPr/>
      <dgm:t>
        <a:bodyPr/>
        <a:lstStyle/>
        <a:p>
          <a:endParaRPr lang="en-US"/>
        </a:p>
      </dgm:t>
    </dgm:pt>
    <dgm:pt modelId="{EFAA1D1F-6185-4677-9184-692C086733B6}">
      <dgm:prSet/>
      <dgm:spPr/>
      <dgm:t>
        <a:bodyPr/>
        <a:lstStyle/>
        <a:p>
          <a:r>
            <a:rPr lang="en-US"/>
            <a:t>Mở venv, pip install -r requirements.txt</a:t>
          </a:r>
        </a:p>
      </dgm:t>
    </dgm:pt>
    <dgm:pt modelId="{A60C5DCD-A9A7-4CBB-9E5C-EBE93139E09F}" type="parTrans" cxnId="{0BB35143-BA74-4832-850C-531315518A3B}">
      <dgm:prSet/>
      <dgm:spPr/>
      <dgm:t>
        <a:bodyPr/>
        <a:lstStyle/>
        <a:p>
          <a:endParaRPr lang="en-US"/>
        </a:p>
      </dgm:t>
    </dgm:pt>
    <dgm:pt modelId="{910689BD-825D-46F2-B62D-D05029E0EDEE}" type="sibTrans" cxnId="{0BB35143-BA74-4832-850C-531315518A3B}">
      <dgm:prSet/>
      <dgm:spPr/>
      <dgm:t>
        <a:bodyPr/>
        <a:lstStyle/>
        <a:p>
          <a:endParaRPr lang="en-US"/>
        </a:p>
      </dgm:t>
    </dgm:pt>
    <dgm:pt modelId="{01B11183-7494-46EA-B5CC-F8F5494D5E29}">
      <dgm:prSet/>
      <dgm:spPr/>
      <dgm:t>
        <a:bodyPr/>
        <a:lstStyle/>
        <a:p>
          <a:r>
            <a:rPr lang="en-US"/>
            <a:t>Kiểm tra .env và API Testnet</a:t>
          </a:r>
        </a:p>
      </dgm:t>
    </dgm:pt>
    <dgm:pt modelId="{4ACDDA77-0E68-4D28-AABC-AED6CE81E2E0}" type="parTrans" cxnId="{8E10A275-7652-4930-A3FD-167D025FB40F}">
      <dgm:prSet/>
      <dgm:spPr/>
      <dgm:t>
        <a:bodyPr/>
        <a:lstStyle/>
        <a:p>
          <a:endParaRPr lang="en-US"/>
        </a:p>
      </dgm:t>
    </dgm:pt>
    <dgm:pt modelId="{CE59F415-D120-4EBB-8DB1-AC612B221BB3}" type="sibTrans" cxnId="{8E10A275-7652-4930-A3FD-167D025FB40F}">
      <dgm:prSet/>
      <dgm:spPr/>
      <dgm:t>
        <a:bodyPr/>
        <a:lstStyle/>
        <a:p>
          <a:endParaRPr lang="en-US"/>
        </a:p>
      </dgm:t>
    </dgm:pt>
    <dgm:pt modelId="{CD4F1067-A251-44FB-A14B-BD40E7AB3096}">
      <dgm:prSet/>
      <dgm:spPr/>
      <dgm:t>
        <a:bodyPr/>
        <a:lstStyle/>
        <a:p>
          <a:r>
            <a:rPr lang="en-US"/>
            <a:t>Kiểm tra git status</a:t>
          </a:r>
        </a:p>
      </dgm:t>
    </dgm:pt>
    <dgm:pt modelId="{1F966C25-15E7-4262-89F8-72ADD48756A2}" type="parTrans" cxnId="{5331DE1C-2DDC-4B4B-95F1-8E37641A3C73}">
      <dgm:prSet/>
      <dgm:spPr/>
      <dgm:t>
        <a:bodyPr/>
        <a:lstStyle/>
        <a:p>
          <a:endParaRPr lang="en-US"/>
        </a:p>
      </dgm:t>
    </dgm:pt>
    <dgm:pt modelId="{6B4AD5C5-47F2-447E-BDB4-CC9B9A2BF420}" type="sibTrans" cxnId="{5331DE1C-2DDC-4B4B-95F1-8E37641A3C73}">
      <dgm:prSet/>
      <dgm:spPr/>
      <dgm:t>
        <a:bodyPr/>
        <a:lstStyle/>
        <a:p>
          <a:endParaRPr lang="en-US"/>
        </a:p>
      </dgm:t>
    </dgm:pt>
    <dgm:pt modelId="{1FA1DE31-2CFE-4952-BA0B-9B5BC1290F03}" type="pres">
      <dgm:prSet presAssocID="{3B235A8D-D56D-4053-A665-D83F091053B3}" presName="linear" presStyleCnt="0">
        <dgm:presLayoutVars>
          <dgm:animLvl val="lvl"/>
          <dgm:resizeHandles val="exact"/>
        </dgm:presLayoutVars>
      </dgm:prSet>
      <dgm:spPr/>
    </dgm:pt>
    <dgm:pt modelId="{B8ECE19A-5221-4E8B-96FC-4DD150CE72F0}" type="pres">
      <dgm:prSet presAssocID="{C279A9CA-8AE6-494D-B464-969370E6238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A7ECC94-FCFC-4433-866F-562EC7D0A836}" type="pres">
      <dgm:prSet presAssocID="{6CABDC06-2B20-4337-886B-48A1C8CCF098}" presName="spacer" presStyleCnt="0"/>
      <dgm:spPr/>
    </dgm:pt>
    <dgm:pt modelId="{3C92987C-E990-4DD8-AC99-0F3A0A61D52C}" type="pres">
      <dgm:prSet presAssocID="{EFAA1D1F-6185-4677-9184-692C086733B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87C97EF-659D-47DD-851C-1502C8B9EECC}" type="pres">
      <dgm:prSet presAssocID="{910689BD-825D-46F2-B62D-D05029E0EDEE}" presName="spacer" presStyleCnt="0"/>
      <dgm:spPr/>
    </dgm:pt>
    <dgm:pt modelId="{32A14EBB-B566-4794-8D75-D322C3801EB6}" type="pres">
      <dgm:prSet presAssocID="{01B11183-7494-46EA-B5CC-F8F5494D5E2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A660CFD-AB4F-4A27-B857-D683F992BB87}" type="pres">
      <dgm:prSet presAssocID="{CE59F415-D120-4EBB-8DB1-AC612B221BB3}" presName="spacer" presStyleCnt="0"/>
      <dgm:spPr/>
    </dgm:pt>
    <dgm:pt modelId="{E38C5A9C-4190-4757-93C7-89D20A1802BE}" type="pres">
      <dgm:prSet presAssocID="{CD4F1067-A251-44FB-A14B-BD40E7AB309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331DE1C-2DDC-4B4B-95F1-8E37641A3C73}" srcId="{3B235A8D-D56D-4053-A665-D83F091053B3}" destId="{CD4F1067-A251-44FB-A14B-BD40E7AB3096}" srcOrd="3" destOrd="0" parTransId="{1F966C25-15E7-4262-89F8-72ADD48756A2}" sibTransId="{6B4AD5C5-47F2-447E-BDB4-CC9B9A2BF420}"/>
    <dgm:cxn modelId="{0BB35143-BA74-4832-850C-531315518A3B}" srcId="{3B235A8D-D56D-4053-A665-D83F091053B3}" destId="{EFAA1D1F-6185-4677-9184-692C086733B6}" srcOrd="1" destOrd="0" parTransId="{A60C5DCD-A9A7-4CBB-9E5C-EBE93139E09F}" sibTransId="{910689BD-825D-46F2-B62D-D05029E0EDEE}"/>
    <dgm:cxn modelId="{8E10A275-7652-4930-A3FD-167D025FB40F}" srcId="{3B235A8D-D56D-4053-A665-D83F091053B3}" destId="{01B11183-7494-46EA-B5CC-F8F5494D5E29}" srcOrd="2" destOrd="0" parTransId="{4ACDDA77-0E68-4D28-AABC-AED6CE81E2E0}" sibTransId="{CE59F415-D120-4EBB-8DB1-AC612B221BB3}"/>
    <dgm:cxn modelId="{721BF159-CC9F-43C4-A7A9-92701F973E5A}" type="presOf" srcId="{01B11183-7494-46EA-B5CC-F8F5494D5E29}" destId="{32A14EBB-B566-4794-8D75-D322C3801EB6}" srcOrd="0" destOrd="0" presId="urn:microsoft.com/office/officeart/2005/8/layout/vList2"/>
    <dgm:cxn modelId="{37FC387C-D33A-4626-81F4-F29AD0DBBDF5}" srcId="{3B235A8D-D56D-4053-A665-D83F091053B3}" destId="{C279A9CA-8AE6-494D-B464-969370E6238F}" srcOrd="0" destOrd="0" parTransId="{151B397C-5C8F-4918-815F-59C1DA7FA761}" sibTransId="{6CABDC06-2B20-4337-886B-48A1C8CCF098}"/>
    <dgm:cxn modelId="{84047C93-92AD-4D88-936A-E8449E4E9435}" type="presOf" srcId="{EFAA1D1F-6185-4677-9184-692C086733B6}" destId="{3C92987C-E990-4DD8-AC99-0F3A0A61D52C}" srcOrd="0" destOrd="0" presId="urn:microsoft.com/office/officeart/2005/8/layout/vList2"/>
    <dgm:cxn modelId="{E01AD5C8-B2E8-40CE-A3C8-2B6F29158494}" type="presOf" srcId="{CD4F1067-A251-44FB-A14B-BD40E7AB3096}" destId="{E38C5A9C-4190-4757-93C7-89D20A1802BE}" srcOrd="0" destOrd="0" presId="urn:microsoft.com/office/officeart/2005/8/layout/vList2"/>
    <dgm:cxn modelId="{363457E4-1C39-470B-9A09-36BAB442F052}" type="presOf" srcId="{C279A9CA-8AE6-494D-B464-969370E6238F}" destId="{B8ECE19A-5221-4E8B-96FC-4DD150CE72F0}" srcOrd="0" destOrd="0" presId="urn:microsoft.com/office/officeart/2005/8/layout/vList2"/>
    <dgm:cxn modelId="{9916E2E8-80BB-45F5-9C65-E6FFEA24D5ED}" type="presOf" srcId="{3B235A8D-D56D-4053-A665-D83F091053B3}" destId="{1FA1DE31-2CFE-4952-BA0B-9B5BC1290F03}" srcOrd="0" destOrd="0" presId="urn:microsoft.com/office/officeart/2005/8/layout/vList2"/>
    <dgm:cxn modelId="{69A1456A-A929-48E8-9544-D72446031AC9}" type="presParOf" srcId="{1FA1DE31-2CFE-4952-BA0B-9B5BC1290F03}" destId="{B8ECE19A-5221-4E8B-96FC-4DD150CE72F0}" srcOrd="0" destOrd="0" presId="urn:microsoft.com/office/officeart/2005/8/layout/vList2"/>
    <dgm:cxn modelId="{59609DC2-32E4-4BC9-8FD1-8E76F32C3C2F}" type="presParOf" srcId="{1FA1DE31-2CFE-4952-BA0B-9B5BC1290F03}" destId="{9A7ECC94-FCFC-4433-866F-562EC7D0A836}" srcOrd="1" destOrd="0" presId="urn:microsoft.com/office/officeart/2005/8/layout/vList2"/>
    <dgm:cxn modelId="{06B20A66-50FF-4563-A727-21E83B5B96C2}" type="presParOf" srcId="{1FA1DE31-2CFE-4952-BA0B-9B5BC1290F03}" destId="{3C92987C-E990-4DD8-AC99-0F3A0A61D52C}" srcOrd="2" destOrd="0" presId="urn:microsoft.com/office/officeart/2005/8/layout/vList2"/>
    <dgm:cxn modelId="{834B35A5-8C15-441C-BFC5-827D59E3657A}" type="presParOf" srcId="{1FA1DE31-2CFE-4952-BA0B-9B5BC1290F03}" destId="{187C97EF-659D-47DD-851C-1502C8B9EECC}" srcOrd="3" destOrd="0" presId="urn:microsoft.com/office/officeart/2005/8/layout/vList2"/>
    <dgm:cxn modelId="{C1112DD8-E313-4105-A6B9-59FDBED0095C}" type="presParOf" srcId="{1FA1DE31-2CFE-4952-BA0B-9B5BC1290F03}" destId="{32A14EBB-B566-4794-8D75-D322C3801EB6}" srcOrd="4" destOrd="0" presId="urn:microsoft.com/office/officeart/2005/8/layout/vList2"/>
    <dgm:cxn modelId="{0C9F4D67-716F-436A-9F33-112515D816BB}" type="presParOf" srcId="{1FA1DE31-2CFE-4952-BA0B-9B5BC1290F03}" destId="{AA660CFD-AB4F-4A27-B857-D683F992BB87}" srcOrd="5" destOrd="0" presId="urn:microsoft.com/office/officeart/2005/8/layout/vList2"/>
    <dgm:cxn modelId="{43B46B45-E932-4564-8435-316C6CC3536E}" type="presParOf" srcId="{1FA1DE31-2CFE-4952-BA0B-9B5BC1290F03}" destId="{E38C5A9C-4190-4757-93C7-89D20A1802B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2AC260-5FC1-4D11-BCE6-76B477A4A3A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362A448-E019-4BDC-BE31-4113A61DECAC}">
      <dgm:prSet/>
      <dgm:spPr/>
      <dgm:t>
        <a:bodyPr/>
        <a:lstStyle/>
        <a:p>
          <a:r>
            <a:rPr lang="en-US" dirty="0" err="1"/>
            <a:t>Mô</a:t>
          </a:r>
          <a:r>
            <a:rPr lang="en-US" dirty="0"/>
            <a:t> </a:t>
          </a:r>
          <a:r>
            <a:rPr lang="en-US" dirty="0" err="1"/>
            <a:t>tả</a:t>
          </a:r>
          <a:r>
            <a:rPr lang="en-US" dirty="0"/>
            <a:t> </a:t>
          </a:r>
          <a:r>
            <a:rPr lang="en-US" dirty="0" err="1"/>
            <a:t>get_all_indicators</a:t>
          </a:r>
          <a:r>
            <a:rPr lang="en-US" dirty="0"/>
            <a:t>(): load candle → preprocess → MA/RSI/ATR</a:t>
          </a:r>
        </a:p>
      </dgm:t>
    </dgm:pt>
    <dgm:pt modelId="{F9320B18-B9BE-4DCE-9D00-6ED629C3EA04}" type="parTrans" cxnId="{2C666249-F9D3-4AA0-85C9-2087A3ACFA24}">
      <dgm:prSet/>
      <dgm:spPr/>
      <dgm:t>
        <a:bodyPr/>
        <a:lstStyle/>
        <a:p>
          <a:endParaRPr lang="en-US"/>
        </a:p>
      </dgm:t>
    </dgm:pt>
    <dgm:pt modelId="{49B8A4B6-4737-4164-A465-499AEC8D1CE4}" type="sibTrans" cxnId="{2C666249-F9D3-4AA0-85C9-2087A3ACFA24}">
      <dgm:prSet/>
      <dgm:spPr/>
      <dgm:t>
        <a:bodyPr/>
        <a:lstStyle/>
        <a:p>
          <a:endParaRPr lang="en-US"/>
        </a:p>
      </dgm:t>
    </dgm:pt>
    <dgm:pt modelId="{03F68154-EE97-4E2B-B7EB-FDB96F6AC6CE}">
      <dgm:prSet/>
      <dgm:spPr/>
      <dgm:t>
        <a:bodyPr/>
        <a:lstStyle/>
        <a:p>
          <a:r>
            <a:rPr lang="en-US"/>
            <a:t>Thêm print/log để xem DataFrame</a:t>
          </a:r>
        </a:p>
      </dgm:t>
    </dgm:pt>
    <dgm:pt modelId="{9E1565F5-BBFD-4FD0-8324-750EB8C80D34}" type="parTrans" cxnId="{89AD834A-E335-4157-8B95-C9A682849AC1}">
      <dgm:prSet/>
      <dgm:spPr/>
      <dgm:t>
        <a:bodyPr/>
        <a:lstStyle/>
        <a:p>
          <a:endParaRPr lang="en-US"/>
        </a:p>
      </dgm:t>
    </dgm:pt>
    <dgm:pt modelId="{AE9FA052-9E8A-43D7-BB7E-7264C75A51E3}" type="sibTrans" cxnId="{89AD834A-E335-4157-8B95-C9A682849AC1}">
      <dgm:prSet/>
      <dgm:spPr/>
      <dgm:t>
        <a:bodyPr/>
        <a:lstStyle/>
        <a:p>
          <a:endParaRPr lang="en-US"/>
        </a:p>
      </dgm:t>
    </dgm:pt>
    <dgm:pt modelId="{907E9A08-4045-4B16-B2AE-D404213E8EFE}">
      <dgm:prSet/>
      <dgm:spPr/>
      <dgm:t>
        <a:bodyPr/>
        <a:lstStyle/>
        <a:p>
          <a:r>
            <a:rPr lang="en-US"/>
            <a:t>Chạy: python src/technical_indicators.py</a:t>
          </a:r>
        </a:p>
      </dgm:t>
    </dgm:pt>
    <dgm:pt modelId="{9A44C8D0-C580-4CB0-8B9E-B64D88445B36}" type="parTrans" cxnId="{3D4E0131-8BEF-432B-B828-00654BC47915}">
      <dgm:prSet/>
      <dgm:spPr/>
      <dgm:t>
        <a:bodyPr/>
        <a:lstStyle/>
        <a:p>
          <a:endParaRPr lang="en-US"/>
        </a:p>
      </dgm:t>
    </dgm:pt>
    <dgm:pt modelId="{9C739D70-6733-4498-A68E-FEF551739E0C}" type="sibTrans" cxnId="{3D4E0131-8BEF-432B-B828-00654BC47915}">
      <dgm:prSet/>
      <dgm:spPr/>
      <dgm:t>
        <a:bodyPr/>
        <a:lstStyle/>
        <a:p>
          <a:endParaRPr lang="en-US"/>
        </a:p>
      </dgm:t>
    </dgm:pt>
    <dgm:pt modelId="{3EED7967-D172-4868-948E-CD1189384DC8}" type="pres">
      <dgm:prSet presAssocID="{962AC260-5FC1-4D11-BCE6-76B477A4A3AC}" presName="linear" presStyleCnt="0">
        <dgm:presLayoutVars>
          <dgm:animLvl val="lvl"/>
          <dgm:resizeHandles val="exact"/>
        </dgm:presLayoutVars>
      </dgm:prSet>
      <dgm:spPr/>
    </dgm:pt>
    <dgm:pt modelId="{2F7DA57B-164F-46B4-9612-B2D804F624E8}" type="pres">
      <dgm:prSet presAssocID="{B362A448-E019-4BDC-BE31-4113A61DEC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9032F46-385A-4631-92B5-E97D2B018A56}" type="pres">
      <dgm:prSet presAssocID="{49B8A4B6-4737-4164-A465-499AEC8D1CE4}" presName="spacer" presStyleCnt="0"/>
      <dgm:spPr/>
    </dgm:pt>
    <dgm:pt modelId="{3C14CB5A-9FCB-4ABF-806A-2706838BAAA9}" type="pres">
      <dgm:prSet presAssocID="{03F68154-EE97-4E2B-B7EB-FDB96F6AC6C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A3EC686-43BC-4126-AA41-063A71C5F48C}" type="pres">
      <dgm:prSet presAssocID="{AE9FA052-9E8A-43D7-BB7E-7264C75A51E3}" presName="spacer" presStyleCnt="0"/>
      <dgm:spPr/>
    </dgm:pt>
    <dgm:pt modelId="{47DD041C-43F2-41C2-87BB-C2CEE25F3B83}" type="pres">
      <dgm:prSet presAssocID="{907E9A08-4045-4B16-B2AE-D404213E8EF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D4E0131-8BEF-432B-B828-00654BC47915}" srcId="{962AC260-5FC1-4D11-BCE6-76B477A4A3AC}" destId="{907E9A08-4045-4B16-B2AE-D404213E8EFE}" srcOrd="2" destOrd="0" parTransId="{9A44C8D0-C580-4CB0-8B9E-B64D88445B36}" sibTransId="{9C739D70-6733-4498-A68E-FEF551739E0C}"/>
    <dgm:cxn modelId="{0C5FE95F-514A-4C5E-A029-FDB1A20E53D6}" type="presOf" srcId="{962AC260-5FC1-4D11-BCE6-76B477A4A3AC}" destId="{3EED7967-D172-4868-948E-CD1189384DC8}" srcOrd="0" destOrd="0" presId="urn:microsoft.com/office/officeart/2005/8/layout/vList2"/>
    <dgm:cxn modelId="{2C666249-F9D3-4AA0-85C9-2087A3ACFA24}" srcId="{962AC260-5FC1-4D11-BCE6-76B477A4A3AC}" destId="{B362A448-E019-4BDC-BE31-4113A61DECAC}" srcOrd="0" destOrd="0" parTransId="{F9320B18-B9BE-4DCE-9D00-6ED629C3EA04}" sibTransId="{49B8A4B6-4737-4164-A465-499AEC8D1CE4}"/>
    <dgm:cxn modelId="{89AD834A-E335-4157-8B95-C9A682849AC1}" srcId="{962AC260-5FC1-4D11-BCE6-76B477A4A3AC}" destId="{03F68154-EE97-4E2B-B7EB-FDB96F6AC6CE}" srcOrd="1" destOrd="0" parTransId="{9E1565F5-BBFD-4FD0-8324-750EB8C80D34}" sibTransId="{AE9FA052-9E8A-43D7-BB7E-7264C75A51E3}"/>
    <dgm:cxn modelId="{8AD4BE97-A46B-471D-927C-1DF4E6B9BB88}" type="presOf" srcId="{907E9A08-4045-4B16-B2AE-D404213E8EFE}" destId="{47DD041C-43F2-41C2-87BB-C2CEE25F3B83}" srcOrd="0" destOrd="0" presId="urn:microsoft.com/office/officeart/2005/8/layout/vList2"/>
    <dgm:cxn modelId="{10857DF7-166C-42CE-B300-1FF9671CAF0E}" type="presOf" srcId="{03F68154-EE97-4E2B-B7EB-FDB96F6AC6CE}" destId="{3C14CB5A-9FCB-4ABF-806A-2706838BAAA9}" srcOrd="0" destOrd="0" presId="urn:microsoft.com/office/officeart/2005/8/layout/vList2"/>
    <dgm:cxn modelId="{41ED4BFC-9C0D-421A-A65A-31BCE644FAB6}" type="presOf" srcId="{B362A448-E019-4BDC-BE31-4113A61DECAC}" destId="{2F7DA57B-164F-46B4-9612-B2D804F624E8}" srcOrd="0" destOrd="0" presId="urn:microsoft.com/office/officeart/2005/8/layout/vList2"/>
    <dgm:cxn modelId="{6D8CD705-B365-4F9F-B215-029B080D3C73}" type="presParOf" srcId="{3EED7967-D172-4868-948E-CD1189384DC8}" destId="{2F7DA57B-164F-46B4-9612-B2D804F624E8}" srcOrd="0" destOrd="0" presId="urn:microsoft.com/office/officeart/2005/8/layout/vList2"/>
    <dgm:cxn modelId="{16B15B20-AE68-4F45-BC01-4702268E9AA5}" type="presParOf" srcId="{3EED7967-D172-4868-948E-CD1189384DC8}" destId="{B9032F46-385A-4631-92B5-E97D2B018A56}" srcOrd="1" destOrd="0" presId="urn:microsoft.com/office/officeart/2005/8/layout/vList2"/>
    <dgm:cxn modelId="{FCC0C9C9-4B78-45E9-9E56-DE3BDD1581B2}" type="presParOf" srcId="{3EED7967-D172-4868-948E-CD1189384DC8}" destId="{3C14CB5A-9FCB-4ABF-806A-2706838BAAA9}" srcOrd="2" destOrd="0" presId="urn:microsoft.com/office/officeart/2005/8/layout/vList2"/>
    <dgm:cxn modelId="{FD31E2BD-BA8F-4D79-8E12-BE7DE7AC9A7D}" type="presParOf" srcId="{3EED7967-D172-4868-948E-CD1189384DC8}" destId="{2A3EC686-43BC-4126-AA41-063A71C5F48C}" srcOrd="3" destOrd="0" presId="urn:microsoft.com/office/officeart/2005/8/layout/vList2"/>
    <dgm:cxn modelId="{9622DE1C-4141-4CD6-B937-492B625EA2D2}" type="presParOf" srcId="{3EED7967-D172-4868-948E-CD1189384DC8}" destId="{47DD041C-43F2-41C2-87BB-C2CEE25F3B8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3DC599-5E61-4C68-A608-DA5A33A05CF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94E5401-2F9F-4FA9-ABC0-3AF8E57BB2B7}">
      <dgm:prSet/>
      <dgm:spPr/>
      <dgm:t>
        <a:bodyPr/>
        <a:lstStyle/>
        <a:p>
          <a:r>
            <a:rPr lang="en-US"/>
            <a:t>Đổi MA_PERIOD trong config.py</a:t>
          </a:r>
        </a:p>
      </dgm:t>
    </dgm:pt>
    <dgm:pt modelId="{1275499A-F82E-4299-932A-77DF5F4FA0C4}" type="parTrans" cxnId="{05E265A6-A8A4-415A-A0AD-3DD40AD40556}">
      <dgm:prSet/>
      <dgm:spPr/>
      <dgm:t>
        <a:bodyPr/>
        <a:lstStyle/>
        <a:p>
          <a:endParaRPr lang="en-US"/>
        </a:p>
      </dgm:t>
    </dgm:pt>
    <dgm:pt modelId="{B6D20158-5188-490A-BE0D-3E565FD9B492}" type="sibTrans" cxnId="{05E265A6-A8A4-415A-A0AD-3DD40AD40556}">
      <dgm:prSet/>
      <dgm:spPr/>
      <dgm:t>
        <a:bodyPr/>
        <a:lstStyle/>
        <a:p>
          <a:endParaRPr lang="en-US"/>
        </a:p>
      </dgm:t>
    </dgm:pt>
    <dgm:pt modelId="{6C3ED0B0-746B-4372-9F79-24B40CF7694F}">
      <dgm:prSet/>
      <dgm:spPr/>
      <dgm:t>
        <a:bodyPr/>
        <a:lstStyle/>
        <a:p>
          <a:r>
            <a:rPr lang="en-US"/>
            <a:t>Chạy lại và so sánh</a:t>
          </a:r>
        </a:p>
      </dgm:t>
    </dgm:pt>
    <dgm:pt modelId="{AC39CDBD-36E4-4959-80B4-8FE0877CB5DE}" type="parTrans" cxnId="{59068493-4C5A-42C0-80A0-A7ADDFD1F20B}">
      <dgm:prSet/>
      <dgm:spPr/>
      <dgm:t>
        <a:bodyPr/>
        <a:lstStyle/>
        <a:p>
          <a:endParaRPr lang="en-US"/>
        </a:p>
      </dgm:t>
    </dgm:pt>
    <dgm:pt modelId="{5DDDFA8D-CC1F-4C2C-AE7A-5BF38A853392}" type="sibTrans" cxnId="{59068493-4C5A-42C0-80A0-A7ADDFD1F20B}">
      <dgm:prSet/>
      <dgm:spPr/>
      <dgm:t>
        <a:bodyPr/>
        <a:lstStyle/>
        <a:p>
          <a:endParaRPr lang="en-US"/>
        </a:p>
      </dgm:t>
    </dgm:pt>
    <dgm:pt modelId="{99677A59-1599-4150-BB35-6163FA24D339}">
      <dgm:prSet/>
      <dgm:spPr/>
      <dgm:t>
        <a:bodyPr/>
        <a:lstStyle/>
        <a:p>
          <a:r>
            <a:rPr lang="en-US"/>
            <a:t>Xuất 5 dòng cuối bảng dữ liệu</a:t>
          </a:r>
        </a:p>
      </dgm:t>
    </dgm:pt>
    <dgm:pt modelId="{1C1AC871-BC16-480C-958F-DA019EB4E969}" type="parTrans" cxnId="{9C10A41B-617F-4744-9872-D09EAE8C2E7E}">
      <dgm:prSet/>
      <dgm:spPr/>
      <dgm:t>
        <a:bodyPr/>
        <a:lstStyle/>
        <a:p>
          <a:endParaRPr lang="en-US"/>
        </a:p>
      </dgm:t>
    </dgm:pt>
    <dgm:pt modelId="{BE424228-9F33-4EB0-AFBE-669790A23799}" type="sibTrans" cxnId="{9C10A41B-617F-4744-9872-D09EAE8C2E7E}">
      <dgm:prSet/>
      <dgm:spPr/>
      <dgm:t>
        <a:bodyPr/>
        <a:lstStyle/>
        <a:p>
          <a:endParaRPr lang="en-US"/>
        </a:p>
      </dgm:t>
    </dgm:pt>
    <dgm:pt modelId="{72D50B60-0BAB-461E-B02D-20F014853010}" type="pres">
      <dgm:prSet presAssocID="{773DC599-5E61-4C68-A608-DA5A33A05CFE}" presName="linear" presStyleCnt="0">
        <dgm:presLayoutVars>
          <dgm:animLvl val="lvl"/>
          <dgm:resizeHandles val="exact"/>
        </dgm:presLayoutVars>
      </dgm:prSet>
      <dgm:spPr/>
    </dgm:pt>
    <dgm:pt modelId="{33A2B7C6-B527-4837-A602-5CEFFA7C6096}" type="pres">
      <dgm:prSet presAssocID="{A94E5401-2F9F-4FA9-ABC0-3AF8E57BB2B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F40A43D-6A78-45C9-BF16-EEB1FBC29E4C}" type="pres">
      <dgm:prSet presAssocID="{B6D20158-5188-490A-BE0D-3E565FD9B492}" presName="spacer" presStyleCnt="0"/>
      <dgm:spPr/>
    </dgm:pt>
    <dgm:pt modelId="{D380B83C-0BC8-4505-8564-54DC680A0143}" type="pres">
      <dgm:prSet presAssocID="{6C3ED0B0-746B-4372-9F79-24B40CF7694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B24DE6E-4D97-40C0-8CB3-D9D13CAEF81B}" type="pres">
      <dgm:prSet presAssocID="{5DDDFA8D-CC1F-4C2C-AE7A-5BF38A853392}" presName="spacer" presStyleCnt="0"/>
      <dgm:spPr/>
    </dgm:pt>
    <dgm:pt modelId="{B4D5A3AB-137B-4C58-BACA-FDC213E5DA68}" type="pres">
      <dgm:prSet presAssocID="{99677A59-1599-4150-BB35-6163FA24D33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C10A41B-617F-4744-9872-D09EAE8C2E7E}" srcId="{773DC599-5E61-4C68-A608-DA5A33A05CFE}" destId="{99677A59-1599-4150-BB35-6163FA24D339}" srcOrd="2" destOrd="0" parTransId="{1C1AC871-BC16-480C-958F-DA019EB4E969}" sibTransId="{BE424228-9F33-4EB0-AFBE-669790A23799}"/>
    <dgm:cxn modelId="{14722467-5A0F-491D-B48D-164E4AD011EC}" type="presOf" srcId="{99677A59-1599-4150-BB35-6163FA24D339}" destId="{B4D5A3AB-137B-4C58-BACA-FDC213E5DA68}" srcOrd="0" destOrd="0" presId="urn:microsoft.com/office/officeart/2005/8/layout/vList2"/>
    <dgm:cxn modelId="{AFDC2973-57E0-4645-8E98-462688A7E335}" type="presOf" srcId="{773DC599-5E61-4C68-A608-DA5A33A05CFE}" destId="{72D50B60-0BAB-461E-B02D-20F014853010}" srcOrd="0" destOrd="0" presId="urn:microsoft.com/office/officeart/2005/8/layout/vList2"/>
    <dgm:cxn modelId="{59068493-4C5A-42C0-80A0-A7ADDFD1F20B}" srcId="{773DC599-5E61-4C68-A608-DA5A33A05CFE}" destId="{6C3ED0B0-746B-4372-9F79-24B40CF7694F}" srcOrd="1" destOrd="0" parTransId="{AC39CDBD-36E4-4959-80B4-8FE0877CB5DE}" sibTransId="{5DDDFA8D-CC1F-4C2C-AE7A-5BF38A853392}"/>
    <dgm:cxn modelId="{6FFCF1A2-FE1D-43E3-82EF-966D569250FA}" type="presOf" srcId="{A94E5401-2F9F-4FA9-ABC0-3AF8E57BB2B7}" destId="{33A2B7C6-B527-4837-A602-5CEFFA7C6096}" srcOrd="0" destOrd="0" presId="urn:microsoft.com/office/officeart/2005/8/layout/vList2"/>
    <dgm:cxn modelId="{CE9819A6-C1AE-4134-997D-6241C76D166B}" type="presOf" srcId="{6C3ED0B0-746B-4372-9F79-24B40CF7694F}" destId="{D380B83C-0BC8-4505-8564-54DC680A0143}" srcOrd="0" destOrd="0" presId="urn:microsoft.com/office/officeart/2005/8/layout/vList2"/>
    <dgm:cxn modelId="{05E265A6-A8A4-415A-A0AD-3DD40AD40556}" srcId="{773DC599-5E61-4C68-A608-DA5A33A05CFE}" destId="{A94E5401-2F9F-4FA9-ABC0-3AF8E57BB2B7}" srcOrd="0" destOrd="0" parTransId="{1275499A-F82E-4299-932A-77DF5F4FA0C4}" sibTransId="{B6D20158-5188-490A-BE0D-3E565FD9B492}"/>
    <dgm:cxn modelId="{38A5D1FE-7FBA-4CF6-B7FE-FADCD225BFD4}" type="presParOf" srcId="{72D50B60-0BAB-461E-B02D-20F014853010}" destId="{33A2B7C6-B527-4837-A602-5CEFFA7C6096}" srcOrd="0" destOrd="0" presId="urn:microsoft.com/office/officeart/2005/8/layout/vList2"/>
    <dgm:cxn modelId="{F6BD4923-1920-4453-B0B9-F77064BA600E}" type="presParOf" srcId="{72D50B60-0BAB-461E-B02D-20F014853010}" destId="{8F40A43D-6A78-45C9-BF16-EEB1FBC29E4C}" srcOrd="1" destOrd="0" presId="urn:microsoft.com/office/officeart/2005/8/layout/vList2"/>
    <dgm:cxn modelId="{4CA87378-ECFE-4DC1-BEFC-84FB1EB90333}" type="presParOf" srcId="{72D50B60-0BAB-461E-B02D-20F014853010}" destId="{D380B83C-0BC8-4505-8564-54DC680A0143}" srcOrd="2" destOrd="0" presId="urn:microsoft.com/office/officeart/2005/8/layout/vList2"/>
    <dgm:cxn modelId="{AD8C2289-A0FA-40B9-82C1-7DD251E7F9D5}" type="presParOf" srcId="{72D50B60-0BAB-461E-B02D-20F014853010}" destId="{CB24DE6E-4D97-40C0-8CB3-D9D13CAEF81B}" srcOrd="3" destOrd="0" presId="urn:microsoft.com/office/officeart/2005/8/layout/vList2"/>
    <dgm:cxn modelId="{8D9D6153-8387-4D7A-805C-27D2114C3690}" type="presParOf" srcId="{72D50B60-0BAB-461E-B02D-20F014853010}" destId="{B4D5A3AB-137B-4C58-BACA-FDC213E5DA6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1C24C9-9047-4085-9192-EDAF364F5BA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7E90FD9-EB11-4823-8376-8127C645DE81}">
      <dgm:prSet/>
      <dgm:spPr/>
      <dgm:t>
        <a:bodyPr/>
        <a:lstStyle/>
        <a:p>
          <a:r>
            <a:rPr lang="en-US"/>
            <a:t>check_risk_conditions: RSI, confidence, ATR</a:t>
          </a:r>
        </a:p>
      </dgm:t>
    </dgm:pt>
    <dgm:pt modelId="{A4BD4E78-A71C-46F3-BE85-B05CD13DF216}" type="parTrans" cxnId="{95FC9572-8201-4972-9977-37353B0B8DBD}">
      <dgm:prSet/>
      <dgm:spPr/>
      <dgm:t>
        <a:bodyPr/>
        <a:lstStyle/>
        <a:p>
          <a:endParaRPr lang="en-US"/>
        </a:p>
      </dgm:t>
    </dgm:pt>
    <dgm:pt modelId="{E71184F4-ED28-454B-84DD-57E61ADF3A55}" type="sibTrans" cxnId="{95FC9572-8201-4972-9977-37353B0B8DBD}">
      <dgm:prSet/>
      <dgm:spPr/>
      <dgm:t>
        <a:bodyPr/>
        <a:lstStyle/>
        <a:p>
          <a:endParaRPr lang="en-US"/>
        </a:p>
      </dgm:t>
    </dgm:pt>
    <dgm:pt modelId="{6D1956BE-5270-485E-B97A-B4AA5414B047}">
      <dgm:prSet/>
      <dgm:spPr/>
      <dgm:t>
        <a:bodyPr/>
        <a:lstStyle/>
        <a:p>
          <a:r>
            <a:rPr lang="en-US"/>
            <a:t>calculate_position_size: quantity, SL/TP</a:t>
          </a:r>
        </a:p>
      </dgm:t>
    </dgm:pt>
    <dgm:pt modelId="{EAA8A77C-45DA-495A-B9C7-2576574DC2EB}" type="parTrans" cxnId="{F842D23B-88EF-496F-A7FC-67773CBD4D30}">
      <dgm:prSet/>
      <dgm:spPr/>
      <dgm:t>
        <a:bodyPr/>
        <a:lstStyle/>
        <a:p>
          <a:endParaRPr lang="en-US"/>
        </a:p>
      </dgm:t>
    </dgm:pt>
    <dgm:pt modelId="{D0C9AF9E-B515-4740-BACB-A062444D8620}" type="sibTrans" cxnId="{F842D23B-88EF-496F-A7FC-67773CBD4D30}">
      <dgm:prSet/>
      <dgm:spPr/>
      <dgm:t>
        <a:bodyPr/>
        <a:lstStyle/>
        <a:p>
          <a:endParaRPr lang="en-US"/>
        </a:p>
      </dgm:t>
    </dgm:pt>
    <dgm:pt modelId="{DEEDAC0B-FF0E-42AA-B122-04B99A0599C5}">
      <dgm:prSet/>
      <dgm:spPr/>
      <dgm:t>
        <a:bodyPr/>
        <a:lstStyle/>
        <a:p>
          <a:r>
            <a:rPr lang="en-US"/>
            <a:t>Lưu ý minNotional/LOT_SIZE</a:t>
          </a:r>
        </a:p>
      </dgm:t>
    </dgm:pt>
    <dgm:pt modelId="{FEDD88ED-BA89-43A3-80F3-F48EA275E33E}" type="parTrans" cxnId="{BE37E67E-BB32-4541-AC24-6AE2521B3F90}">
      <dgm:prSet/>
      <dgm:spPr/>
      <dgm:t>
        <a:bodyPr/>
        <a:lstStyle/>
        <a:p>
          <a:endParaRPr lang="en-US"/>
        </a:p>
      </dgm:t>
    </dgm:pt>
    <dgm:pt modelId="{1D521F41-3E8C-4631-BD8A-B8E0CB610906}" type="sibTrans" cxnId="{BE37E67E-BB32-4541-AC24-6AE2521B3F90}">
      <dgm:prSet/>
      <dgm:spPr/>
      <dgm:t>
        <a:bodyPr/>
        <a:lstStyle/>
        <a:p>
          <a:endParaRPr lang="en-US"/>
        </a:p>
      </dgm:t>
    </dgm:pt>
    <dgm:pt modelId="{1F3DA0D3-A0B0-4F39-B504-836C00E4F78E}" type="pres">
      <dgm:prSet presAssocID="{291C24C9-9047-4085-9192-EDAF364F5BAD}" presName="linear" presStyleCnt="0">
        <dgm:presLayoutVars>
          <dgm:animLvl val="lvl"/>
          <dgm:resizeHandles val="exact"/>
        </dgm:presLayoutVars>
      </dgm:prSet>
      <dgm:spPr/>
    </dgm:pt>
    <dgm:pt modelId="{E0EB25AB-359A-4465-80DB-469A058291E4}" type="pres">
      <dgm:prSet presAssocID="{47E90FD9-EB11-4823-8376-8127C645DE8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54A1443-1818-42D4-8CE4-ED77940435A8}" type="pres">
      <dgm:prSet presAssocID="{E71184F4-ED28-454B-84DD-57E61ADF3A55}" presName="spacer" presStyleCnt="0"/>
      <dgm:spPr/>
    </dgm:pt>
    <dgm:pt modelId="{D8E4924B-58D2-4442-A7EF-DA93EEF17541}" type="pres">
      <dgm:prSet presAssocID="{6D1956BE-5270-485E-B97A-B4AA5414B04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ED4B203-4CE6-4CFE-8753-B2C2C72D8B2A}" type="pres">
      <dgm:prSet presAssocID="{D0C9AF9E-B515-4740-BACB-A062444D8620}" presName="spacer" presStyleCnt="0"/>
      <dgm:spPr/>
    </dgm:pt>
    <dgm:pt modelId="{F4058406-50AE-45F3-A8A2-D58BC9F7F4FA}" type="pres">
      <dgm:prSet presAssocID="{DEEDAC0B-FF0E-42AA-B122-04B99A0599C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842D23B-88EF-496F-A7FC-67773CBD4D30}" srcId="{291C24C9-9047-4085-9192-EDAF364F5BAD}" destId="{6D1956BE-5270-485E-B97A-B4AA5414B047}" srcOrd="1" destOrd="0" parTransId="{EAA8A77C-45DA-495A-B9C7-2576574DC2EB}" sibTransId="{D0C9AF9E-B515-4740-BACB-A062444D8620}"/>
    <dgm:cxn modelId="{95FC9572-8201-4972-9977-37353B0B8DBD}" srcId="{291C24C9-9047-4085-9192-EDAF364F5BAD}" destId="{47E90FD9-EB11-4823-8376-8127C645DE81}" srcOrd="0" destOrd="0" parTransId="{A4BD4E78-A71C-46F3-BE85-B05CD13DF216}" sibTransId="{E71184F4-ED28-454B-84DD-57E61ADF3A55}"/>
    <dgm:cxn modelId="{85A35656-AC00-41CE-83D7-B6610F057444}" type="presOf" srcId="{DEEDAC0B-FF0E-42AA-B122-04B99A0599C5}" destId="{F4058406-50AE-45F3-A8A2-D58BC9F7F4FA}" srcOrd="0" destOrd="0" presId="urn:microsoft.com/office/officeart/2005/8/layout/vList2"/>
    <dgm:cxn modelId="{A67C947C-BF7E-4640-A069-FC7FDF4CDCCB}" type="presOf" srcId="{47E90FD9-EB11-4823-8376-8127C645DE81}" destId="{E0EB25AB-359A-4465-80DB-469A058291E4}" srcOrd="0" destOrd="0" presId="urn:microsoft.com/office/officeart/2005/8/layout/vList2"/>
    <dgm:cxn modelId="{BE37E67E-BB32-4541-AC24-6AE2521B3F90}" srcId="{291C24C9-9047-4085-9192-EDAF364F5BAD}" destId="{DEEDAC0B-FF0E-42AA-B122-04B99A0599C5}" srcOrd="2" destOrd="0" parTransId="{FEDD88ED-BA89-43A3-80F3-F48EA275E33E}" sibTransId="{1D521F41-3E8C-4631-BD8A-B8E0CB610906}"/>
    <dgm:cxn modelId="{2CD802D5-525F-411C-9AC6-F3115FD8B38E}" type="presOf" srcId="{291C24C9-9047-4085-9192-EDAF364F5BAD}" destId="{1F3DA0D3-A0B0-4F39-B504-836C00E4F78E}" srcOrd="0" destOrd="0" presId="urn:microsoft.com/office/officeart/2005/8/layout/vList2"/>
    <dgm:cxn modelId="{46A3D8E4-0816-4902-94A2-772492D6F120}" type="presOf" srcId="{6D1956BE-5270-485E-B97A-B4AA5414B047}" destId="{D8E4924B-58D2-4442-A7EF-DA93EEF17541}" srcOrd="0" destOrd="0" presId="urn:microsoft.com/office/officeart/2005/8/layout/vList2"/>
    <dgm:cxn modelId="{46134741-EEC7-4CFF-8A66-A5EB43C6B11C}" type="presParOf" srcId="{1F3DA0D3-A0B0-4F39-B504-836C00E4F78E}" destId="{E0EB25AB-359A-4465-80DB-469A058291E4}" srcOrd="0" destOrd="0" presId="urn:microsoft.com/office/officeart/2005/8/layout/vList2"/>
    <dgm:cxn modelId="{3CA402CA-1EEB-4F24-8F89-2310B7F3E3EF}" type="presParOf" srcId="{1F3DA0D3-A0B0-4F39-B504-836C00E4F78E}" destId="{D54A1443-1818-42D4-8CE4-ED77940435A8}" srcOrd="1" destOrd="0" presId="urn:microsoft.com/office/officeart/2005/8/layout/vList2"/>
    <dgm:cxn modelId="{82A9AAA5-CC2B-4323-8DE5-04E4EC31A5EE}" type="presParOf" srcId="{1F3DA0D3-A0B0-4F39-B504-836C00E4F78E}" destId="{D8E4924B-58D2-4442-A7EF-DA93EEF17541}" srcOrd="2" destOrd="0" presId="urn:microsoft.com/office/officeart/2005/8/layout/vList2"/>
    <dgm:cxn modelId="{72431D84-5A9B-4CB7-BEF7-6B10229AB442}" type="presParOf" srcId="{1F3DA0D3-A0B0-4F39-B504-836C00E4F78E}" destId="{7ED4B203-4CE6-4CFE-8753-B2C2C72D8B2A}" srcOrd="3" destOrd="0" presId="urn:microsoft.com/office/officeart/2005/8/layout/vList2"/>
    <dgm:cxn modelId="{DBB5FDC3-1145-4FBD-B5E6-DC9BD81D8CE6}" type="presParOf" srcId="{1F3DA0D3-A0B0-4F39-B504-836C00E4F78E}" destId="{F4058406-50AE-45F3-A8A2-D58BC9F7F4F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F5CE0A-1C48-4121-A608-4F547EAAE95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C6263D6-BC21-4532-919B-856AA73CC6CE}">
      <dgm:prSet/>
      <dgm:spPr/>
      <dgm:t>
        <a:bodyPr/>
        <a:lstStyle/>
        <a:p>
          <a:r>
            <a:rPr lang="en-US"/>
            <a:t>Comment điều kiện ATR để test</a:t>
          </a:r>
        </a:p>
      </dgm:t>
    </dgm:pt>
    <dgm:pt modelId="{49594A4A-BF65-4470-B22B-877049E609F0}" type="parTrans" cxnId="{E89A7566-0383-4FD0-BE40-404984C5D1E4}">
      <dgm:prSet/>
      <dgm:spPr/>
      <dgm:t>
        <a:bodyPr/>
        <a:lstStyle/>
        <a:p>
          <a:endParaRPr lang="en-US"/>
        </a:p>
      </dgm:t>
    </dgm:pt>
    <dgm:pt modelId="{F7BFD828-1A70-497A-BA5A-F4891F2E8813}" type="sibTrans" cxnId="{E89A7566-0383-4FD0-BE40-404984C5D1E4}">
      <dgm:prSet/>
      <dgm:spPr/>
      <dgm:t>
        <a:bodyPr/>
        <a:lstStyle/>
        <a:p>
          <a:endParaRPr lang="en-US"/>
        </a:p>
      </dgm:t>
    </dgm:pt>
    <dgm:pt modelId="{3B0A5BFC-6E76-4BBB-85B0-7660BADAA843}">
      <dgm:prSet/>
      <dgm:spPr/>
      <dgm:t>
        <a:bodyPr/>
        <a:lstStyle/>
        <a:p>
          <a:r>
            <a:rPr lang="en-US"/>
            <a:t>Chạy run.py → BẮT ĐẦU → xem log</a:t>
          </a:r>
        </a:p>
      </dgm:t>
    </dgm:pt>
    <dgm:pt modelId="{A914AEC7-A1E4-4645-87AC-0CD2D6188922}" type="parTrans" cxnId="{4484D7D0-4F13-4E24-9BB3-58F2D20A8E27}">
      <dgm:prSet/>
      <dgm:spPr/>
      <dgm:t>
        <a:bodyPr/>
        <a:lstStyle/>
        <a:p>
          <a:endParaRPr lang="en-US"/>
        </a:p>
      </dgm:t>
    </dgm:pt>
    <dgm:pt modelId="{1608DB24-A6BF-41DC-8791-EA4F572BEBC5}" type="sibTrans" cxnId="{4484D7D0-4F13-4E24-9BB3-58F2D20A8E27}">
      <dgm:prSet/>
      <dgm:spPr/>
      <dgm:t>
        <a:bodyPr/>
        <a:lstStyle/>
        <a:p>
          <a:endParaRPr lang="en-US"/>
        </a:p>
      </dgm:t>
    </dgm:pt>
    <dgm:pt modelId="{B1A9F7EC-F9CB-40C0-92E7-A41B7B5F5FF8}">
      <dgm:prSet/>
      <dgm:spPr/>
      <dgm:t>
        <a:bodyPr/>
        <a:lstStyle/>
        <a:p>
          <a:r>
            <a:rPr lang="en-US" dirty="0" err="1"/>
            <a:t>Ghi</a:t>
          </a:r>
          <a:r>
            <a:rPr lang="en-US" dirty="0"/>
            <a:t> </a:t>
          </a:r>
          <a:r>
            <a:rPr lang="en-US" dirty="0" err="1"/>
            <a:t>chú</a:t>
          </a:r>
          <a:r>
            <a:rPr lang="en-US" dirty="0"/>
            <a:t>: ATR </a:t>
          </a:r>
          <a:r>
            <a:rPr lang="en-US" dirty="0" err="1"/>
            <a:t>hợp</a:t>
          </a:r>
          <a:r>
            <a:rPr lang="en-US" dirty="0"/>
            <a:t> </a:t>
          </a:r>
          <a:r>
            <a:rPr lang="en-US" dirty="0" err="1"/>
            <a:t>lý</a:t>
          </a:r>
          <a:r>
            <a:rPr lang="en-US" dirty="0"/>
            <a:t> bao </a:t>
          </a:r>
          <a:r>
            <a:rPr lang="en-US" dirty="0" err="1"/>
            <a:t>nhiêu</a:t>
          </a:r>
          <a:r>
            <a:rPr lang="en-US" dirty="0"/>
            <a:t>?</a:t>
          </a:r>
        </a:p>
      </dgm:t>
    </dgm:pt>
    <dgm:pt modelId="{9F640E35-2418-4437-BC81-AE1503DF37C0}" type="parTrans" cxnId="{CC3648F8-4D8D-4E6D-ADCA-B1F516819BAB}">
      <dgm:prSet/>
      <dgm:spPr/>
      <dgm:t>
        <a:bodyPr/>
        <a:lstStyle/>
        <a:p>
          <a:endParaRPr lang="en-US"/>
        </a:p>
      </dgm:t>
    </dgm:pt>
    <dgm:pt modelId="{FC99B8B2-C37D-4B23-A55F-A9485AAEEDCD}" type="sibTrans" cxnId="{CC3648F8-4D8D-4E6D-ADCA-B1F516819BAB}">
      <dgm:prSet/>
      <dgm:spPr/>
      <dgm:t>
        <a:bodyPr/>
        <a:lstStyle/>
        <a:p>
          <a:endParaRPr lang="en-US"/>
        </a:p>
      </dgm:t>
    </dgm:pt>
    <dgm:pt modelId="{3AE216D9-5B67-4409-B3A6-C491D6D92AC3}" type="pres">
      <dgm:prSet presAssocID="{ADF5CE0A-1C48-4121-A608-4F547EAAE95F}" presName="linear" presStyleCnt="0">
        <dgm:presLayoutVars>
          <dgm:animLvl val="lvl"/>
          <dgm:resizeHandles val="exact"/>
        </dgm:presLayoutVars>
      </dgm:prSet>
      <dgm:spPr/>
    </dgm:pt>
    <dgm:pt modelId="{6693D697-F438-4DD2-B4DF-6A2BB383163E}" type="pres">
      <dgm:prSet presAssocID="{DC6263D6-BC21-4532-919B-856AA73CC6C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B0BAFFF-0265-44A4-9EA4-72F0D1C91548}" type="pres">
      <dgm:prSet presAssocID="{F7BFD828-1A70-497A-BA5A-F4891F2E8813}" presName="spacer" presStyleCnt="0"/>
      <dgm:spPr/>
    </dgm:pt>
    <dgm:pt modelId="{440A0C5F-C3CA-4A17-93EF-578C45D290D2}" type="pres">
      <dgm:prSet presAssocID="{3B0A5BFC-6E76-4BBB-85B0-7660BADAA84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6479C4C-568C-4F43-8E32-D971EEB0F704}" type="pres">
      <dgm:prSet presAssocID="{1608DB24-A6BF-41DC-8791-EA4F572BEBC5}" presName="spacer" presStyleCnt="0"/>
      <dgm:spPr/>
    </dgm:pt>
    <dgm:pt modelId="{50756B68-DBD4-4125-8876-23C34B8D5085}" type="pres">
      <dgm:prSet presAssocID="{B1A9F7EC-F9CB-40C0-92E7-A41B7B5F5FF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3DEDC07-2C0C-4F5F-85DC-7A93EB082DC2}" type="presOf" srcId="{ADF5CE0A-1C48-4121-A608-4F547EAAE95F}" destId="{3AE216D9-5B67-4409-B3A6-C491D6D92AC3}" srcOrd="0" destOrd="0" presId="urn:microsoft.com/office/officeart/2005/8/layout/vList2"/>
    <dgm:cxn modelId="{2E58452B-D56B-4194-AA8C-4F021D0FE93F}" type="presOf" srcId="{3B0A5BFC-6E76-4BBB-85B0-7660BADAA843}" destId="{440A0C5F-C3CA-4A17-93EF-578C45D290D2}" srcOrd="0" destOrd="0" presId="urn:microsoft.com/office/officeart/2005/8/layout/vList2"/>
    <dgm:cxn modelId="{E89A7566-0383-4FD0-BE40-404984C5D1E4}" srcId="{ADF5CE0A-1C48-4121-A608-4F547EAAE95F}" destId="{DC6263D6-BC21-4532-919B-856AA73CC6CE}" srcOrd="0" destOrd="0" parTransId="{49594A4A-BF65-4470-B22B-877049E609F0}" sibTransId="{F7BFD828-1A70-497A-BA5A-F4891F2E8813}"/>
    <dgm:cxn modelId="{9730C34F-EDD7-4C97-B968-B8EE9E7A9F11}" type="presOf" srcId="{DC6263D6-BC21-4532-919B-856AA73CC6CE}" destId="{6693D697-F438-4DD2-B4DF-6A2BB383163E}" srcOrd="0" destOrd="0" presId="urn:microsoft.com/office/officeart/2005/8/layout/vList2"/>
    <dgm:cxn modelId="{25194296-A9A6-408E-8BF4-7954E6902837}" type="presOf" srcId="{B1A9F7EC-F9CB-40C0-92E7-A41B7B5F5FF8}" destId="{50756B68-DBD4-4125-8876-23C34B8D5085}" srcOrd="0" destOrd="0" presId="urn:microsoft.com/office/officeart/2005/8/layout/vList2"/>
    <dgm:cxn modelId="{4484D7D0-4F13-4E24-9BB3-58F2D20A8E27}" srcId="{ADF5CE0A-1C48-4121-A608-4F547EAAE95F}" destId="{3B0A5BFC-6E76-4BBB-85B0-7660BADAA843}" srcOrd="1" destOrd="0" parTransId="{A914AEC7-A1E4-4645-87AC-0CD2D6188922}" sibTransId="{1608DB24-A6BF-41DC-8791-EA4F572BEBC5}"/>
    <dgm:cxn modelId="{CC3648F8-4D8D-4E6D-ADCA-B1F516819BAB}" srcId="{ADF5CE0A-1C48-4121-A608-4F547EAAE95F}" destId="{B1A9F7EC-F9CB-40C0-92E7-A41B7B5F5FF8}" srcOrd="2" destOrd="0" parTransId="{9F640E35-2418-4437-BC81-AE1503DF37C0}" sibTransId="{FC99B8B2-C37D-4B23-A55F-A9485AAEEDCD}"/>
    <dgm:cxn modelId="{001FC956-0221-4EE7-9ABF-80BD015B311C}" type="presParOf" srcId="{3AE216D9-5B67-4409-B3A6-C491D6D92AC3}" destId="{6693D697-F438-4DD2-B4DF-6A2BB383163E}" srcOrd="0" destOrd="0" presId="urn:microsoft.com/office/officeart/2005/8/layout/vList2"/>
    <dgm:cxn modelId="{D1100BEC-7CAC-467C-A327-014A4DD0D776}" type="presParOf" srcId="{3AE216D9-5B67-4409-B3A6-C491D6D92AC3}" destId="{6B0BAFFF-0265-44A4-9EA4-72F0D1C91548}" srcOrd="1" destOrd="0" presId="urn:microsoft.com/office/officeart/2005/8/layout/vList2"/>
    <dgm:cxn modelId="{FA2CAFF1-3189-46BB-94FA-75B9AC297FF5}" type="presParOf" srcId="{3AE216D9-5B67-4409-B3A6-C491D6D92AC3}" destId="{440A0C5F-C3CA-4A17-93EF-578C45D290D2}" srcOrd="2" destOrd="0" presId="urn:microsoft.com/office/officeart/2005/8/layout/vList2"/>
    <dgm:cxn modelId="{C3435AF1-05C7-4ABC-B227-E068A7210D62}" type="presParOf" srcId="{3AE216D9-5B67-4409-B3A6-C491D6D92AC3}" destId="{46479C4C-568C-4F43-8E32-D971EEB0F704}" srcOrd="3" destOrd="0" presId="urn:microsoft.com/office/officeart/2005/8/layout/vList2"/>
    <dgm:cxn modelId="{90F50D69-3496-45A5-85DF-60287D109C98}" type="presParOf" srcId="{3AE216D9-5B67-4409-B3A6-C491D6D92AC3}" destId="{50756B68-DBD4-4125-8876-23C34B8D508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31FBCE1-DB6F-4325-A281-BDDE4434624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EA88363-F980-48F7-BD6E-2F26687A6BF5}">
      <dgm:prSet/>
      <dgm:spPr/>
      <dgm:t>
        <a:bodyPr/>
        <a:lstStyle/>
        <a:p>
          <a:r>
            <a:rPr lang="en-US"/>
            <a:t>Hàm update_info_from_result() trong gui_app.py</a:t>
          </a:r>
        </a:p>
      </dgm:t>
    </dgm:pt>
    <dgm:pt modelId="{79704E8D-FC5E-4814-A685-FD1D4967CBAF}" type="parTrans" cxnId="{94385B32-7DB8-477C-A61B-29D3D471ED75}">
      <dgm:prSet/>
      <dgm:spPr/>
      <dgm:t>
        <a:bodyPr/>
        <a:lstStyle/>
        <a:p>
          <a:endParaRPr lang="en-US"/>
        </a:p>
      </dgm:t>
    </dgm:pt>
    <dgm:pt modelId="{42050A23-5BFD-4CEA-9AF1-B39877473DE1}" type="sibTrans" cxnId="{94385B32-7DB8-477C-A61B-29D3D471ED75}">
      <dgm:prSet/>
      <dgm:spPr/>
      <dgm:t>
        <a:bodyPr/>
        <a:lstStyle/>
        <a:p>
          <a:endParaRPr lang="en-US"/>
        </a:p>
      </dgm:t>
    </dgm:pt>
    <dgm:pt modelId="{ECBD48D8-F66C-42EC-973A-A87CCF617D26}">
      <dgm:prSet/>
      <dgm:spPr/>
      <dgm:t>
        <a:bodyPr/>
        <a:lstStyle/>
        <a:p>
          <a:r>
            <a:rPr lang="en-US"/>
            <a:t>Hiển thị log, label, tab báo cáo</a:t>
          </a:r>
        </a:p>
      </dgm:t>
    </dgm:pt>
    <dgm:pt modelId="{A39DFB8C-EEFF-4E2C-8477-B71F2F3D3259}" type="parTrans" cxnId="{9A38EC38-4FB5-4CE8-8BB6-D584218CD86C}">
      <dgm:prSet/>
      <dgm:spPr/>
      <dgm:t>
        <a:bodyPr/>
        <a:lstStyle/>
        <a:p>
          <a:endParaRPr lang="en-US"/>
        </a:p>
      </dgm:t>
    </dgm:pt>
    <dgm:pt modelId="{EBFFF9AB-E315-4076-ADA9-45D260016869}" type="sibTrans" cxnId="{9A38EC38-4FB5-4CE8-8BB6-D584218CD86C}">
      <dgm:prSet/>
      <dgm:spPr/>
      <dgm:t>
        <a:bodyPr/>
        <a:lstStyle/>
        <a:p>
          <a:endParaRPr lang="en-US"/>
        </a:p>
      </dgm:t>
    </dgm:pt>
    <dgm:pt modelId="{F901BD92-DBF7-4A33-B449-3B6004126A07}" type="pres">
      <dgm:prSet presAssocID="{B31FBCE1-DB6F-4325-A281-BDDE44346246}" presName="linear" presStyleCnt="0">
        <dgm:presLayoutVars>
          <dgm:animLvl val="lvl"/>
          <dgm:resizeHandles val="exact"/>
        </dgm:presLayoutVars>
      </dgm:prSet>
      <dgm:spPr/>
    </dgm:pt>
    <dgm:pt modelId="{EB65ECC4-B39C-4561-BED6-B59C7B807F34}" type="pres">
      <dgm:prSet presAssocID="{BEA88363-F980-48F7-BD6E-2F26687A6BF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7D4F15E-FD3D-4055-B5CF-7C13FA3BDC1C}" type="pres">
      <dgm:prSet presAssocID="{42050A23-5BFD-4CEA-9AF1-B39877473DE1}" presName="spacer" presStyleCnt="0"/>
      <dgm:spPr/>
    </dgm:pt>
    <dgm:pt modelId="{6ED10D74-EC1F-41BA-A074-E494C50DDBAE}" type="pres">
      <dgm:prSet presAssocID="{ECBD48D8-F66C-42EC-973A-A87CCF617D2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4385B32-7DB8-477C-A61B-29D3D471ED75}" srcId="{B31FBCE1-DB6F-4325-A281-BDDE44346246}" destId="{BEA88363-F980-48F7-BD6E-2F26687A6BF5}" srcOrd="0" destOrd="0" parTransId="{79704E8D-FC5E-4814-A685-FD1D4967CBAF}" sibTransId="{42050A23-5BFD-4CEA-9AF1-B39877473DE1}"/>
    <dgm:cxn modelId="{9A38EC38-4FB5-4CE8-8BB6-D584218CD86C}" srcId="{B31FBCE1-DB6F-4325-A281-BDDE44346246}" destId="{ECBD48D8-F66C-42EC-973A-A87CCF617D26}" srcOrd="1" destOrd="0" parTransId="{A39DFB8C-EEFF-4E2C-8477-B71F2F3D3259}" sibTransId="{EBFFF9AB-E315-4076-ADA9-45D260016869}"/>
    <dgm:cxn modelId="{DD888760-6921-48F5-B380-2F64240CD285}" type="presOf" srcId="{B31FBCE1-DB6F-4325-A281-BDDE44346246}" destId="{F901BD92-DBF7-4A33-B449-3B6004126A07}" srcOrd="0" destOrd="0" presId="urn:microsoft.com/office/officeart/2005/8/layout/vList2"/>
    <dgm:cxn modelId="{2F14F551-5873-42C4-8DE6-CA88742B7ADA}" type="presOf" srcId="{BEA88363-F980-48F7-BD6E-2F26687A6BF5}" destId="{EB65ECC4-B39C-4561-BED6-B59C7B807F34}" srcOrd="0" destOrd="0" presId="urn:microsoft.com/office/officeart/2005/8/layout/vList2"/>
    <dgm:cxn modelId="{8D8341A7-7C93-4138-AAA6-7AFBE5C10C22}" type="presOf" srcId="{ECBD48D8-F66C-42EC-973A-A87CCF617D26}" destId="{6ED10D74-EC1F-41BA-A074-E494C50DDBAE}" srcOrd="0" destOrd="0" presId="urn:microsoft.com/office/officeart/2005/8/layout/vList2"/>
    <dgm:cxn modelId="{D2A72879-88EC-482C-996B-F73FABDA04AD}" type="presParOf" srcId="{F901BD92-DBF7-4A33-B449-3B6004126A07}" destId="{EB65ECC4-B39C-4561-BED6-B59C7B807F34}" srcOrd="0" destOrd="0" presId="urn:microsoft.com/office/officeart/2005/8/layout/vList2"/>
    <dgm:cxn modelId="{53FC9742-7078-46D7-9B98-1CFE891BC8DA}" type="presParOf" srcId="{F901BD92-DBF7-4A33-B449-3B6004126A07}" destId="{D7D4F15E-FD3D-4055-B5CF-7C13FA3BDC1C}" srcOrd="1" destOrd="0" presId="urn:microsoft.com/office/officeart/2005/8/layout/vList2"/>
    <dgm:cxn modelId="{3D786CA4-D63B-42A1-8D3A-354D8FAFD53B}" type="presParOf" srcId="{F901BD92-DBF7-4A33-B449-3B6004126A07}" destId="{6ED10D74-EC1F-41BA-A074-E494C50DDBA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1A277DA-07F1-48FD-B31D-E5E6DDEFA15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EBC043C-A3D5-47BB-A9DB-A3EEB613034F}">
      <dgm:prSet/>
      <dgm:spPr/>
      <dgm:t>
        <a:bodyPr/>
        <a:lstStyle/>
        <a:p>
          <a:r>
            <a:rPr lang="en-US"/>
            <a:t>Thêm log StopLoss/TakeProfit</a:t>
          </a:r>
        </a:p>
      </dgm:t>
    </dgm:pt>
    <dgm:pt modelId="{AAAAAB04-EF30-4942-BBF3-FD1CA3306E79}" type="parTrans" cxnId="{D1F89457-7198-459A-A1E8-47179472D608}">
      <dgm:prSet/>
      <dgm:spPr/>
      <dgm:t>
        <a:bodyPr/>
        <a:lstStyle/>
        <a:p>
          <a:endParaRPr lang="en-US"/>
        </a:p>
      </dgm:t>
    </dgm:pt>
    <dgm:pt modelId="{367E1887-D843-4EE1-A8EB-5A65E474ECF5}" type="sibTrans" cxnId="{D1F89457-7198-459A-A1E8-47179472D608}">
      <dgm:prSet/>
      <dgm:spPr/>
      <dgm:t>
        <a:bodyPr/>
        <a:lstStyle/>
        <a:p>
          <a:endParaRPr lang="en-US"/>
        </a:p>
      </dgm:t>
    </dgm:pt>
    <dgm:pt modelId="{C71C9688-816A-4037-A26F-67841D46979E}">
      <dgm:prSet/>
      <dgm:spPr/>
      <dgm:t>
        <a:bodyPr/>
        <a:lstStyle/>
        <a:p>
          <a:r>
            <a:rPr lang="en-US"/>
            <a:t>Đổi màu label (BUY xanh, SELL đỏ, HOLD vàng)</a:t>
          </a:r>
        </a:p>
      </dgm:t>
    </dgm:pt>
    <dgm:pt modelId="{511E18A1-F5EA-4BD6-B231-308AE5268DE6}" type="parTrans" cxnId="{3F7A691F-82E3-4D76-AC2C-3B0DE976C71D}">
      <dgm:prSet/>
      <dgm:spPr/>
      <dgm:t>
        <a:bodyPr/>
        <a:lstStyle/>
        <a:p>
          <a:endParaRPr lang="en-US"/>
        </a:p>
      </dgm:t>
    </dgm:pt>
    <dgm:pt modelId="{953524FD-405E-4D88-99B3-7F5F9CD2C519}" type="sibTrans" cxnId="{3F7A691F-82E3-4D76-AC2C-3B0DE976C71D}">
      <dgm:prSet/>
      <dgm:spPr/>
      <dgm:t>
        <a:bodyPr/>
        <a:lstStyle/>
        <a:p>
          <a:endParaRPr lang="en-US"/>
        </a:p>
      </dgm:t>
    </dgm:pt>
    <dgm:pt modelId="{2528C3CD-47C2-4A7C-9C6F-3AB499CA8718}" type="pres">
      <dgm:prSet presAssocID="{C1A277DA-07F1-48FD-B31D-E5E6DDEFA156}" presName="linear" presStyleCnt="0">
        <dgm:presLayoutVars>
          <dgm:animLvl val="lvl"/>
          <dgm:resizeHandles val="exact"/>
        </dgm:presLayoutVars>
      </dgm:prSet>
      <dgm:spPr/>
    </dgm:pt>
    <dgm:pt modelId="{830F8292-52E7-43AF-A576-3397DAFD8145}" type="pres">
      <dgm:prSet presAssocID="{4EBC043C-A3D5-47BB-A9DB-A3EEB613034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443A59D-C8A7-4F9F-B2D4-626EE58442A5}" type="pres">
      <dgm:prSet presAssocID="{367E1887-D843-4EE1-A8EB-5A65E474ECF5}" presName="spacer" presStyleCnt="0"/>
      <dgm:spPr/>
    </dgm:pt>
    <dgm:pt modelId="{5B4185F4-81FE-4730-8F58-818335F9A4E5}" type="pres">
      <dgm:prSet presAssocID="{C71C9688-816A-4037-A26F-67841D46979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F7A691F-82E3-4D76-AC2C-3B0DE976C71D}" srcId="{C1A277DA-07F1-48FD-B31D-E5E6DDEFA156}" destId="{C71C9688-816A-4037-A26F-67841D46979E}" srcOrd="1" destOrd="0" parTransId="{511E18A1-F5EA-4BD6-B231-308AE5268DE6}" sibTransId="{953524FD-405E-4D88-99B3-7F5F9CD2C519}"/>
    <dgm:cxn modelId="{C33BBC4E-7132-4753-AA87-2FD38912BB29}" type="presOf" srcId="{C71C9688-816A-4037-A26F-67841D46979E}" destId="{5B4185F4-81FE-4730-8F58-818335F9A4E5}" srcOrd="0" destOrd="0" presId="urn:microsoft.com/office/officeart/2005/8/layout/vList2"/>
    <dgm:cxn modelId="{D1F89457-7198-459A-A1E8-47179472D608}" srcId="{C1A277DA-07F1-48FD-B31D-E5E6DDEFA156}" destId="{4EBC043C-A3D5-47BB-A9DB-A3EEB613034F}" srcOrd="0" destOrd="0" parTransId="{AAAAAB04-EF30-4942-BBF3-FD1CA3306E79}" sibTransId="{367E1887-D843-4EE1-A8EB-5A65E474ECF5}"/>
    <dgm:cxn modelId="{4473B7E2-1FEF-42FA-A65C-0E407CA0525F}" type="presOf" srcId="{C1A277DA-07F1-48FD-B31D-E5E6DDEFA156}" destId="{2528C3CD-47C2-4A7C-9C6F-3AB499CA8718}" srcOrd="0" destOrd="0" presId="urn:microsoft.com/office/officeart/2005/8/layout/vList2"/>
    <dgm:cxn modelId="{55C2CDFB-694D-4A7C-AFCF-69018D0D8D58}" type="presOf" srcId="{4EBC043C-A3D5-47BB-A9DB-A3EEB613034F}" destId="{830F8292-52E7-43AF-A576-3397DAFD8145}" srcOrd="0" destOrd="0" presId="urn:microsoft.com/office/officeart/2005/8/layout/vList2"/>
    <dgm:cxn modelId="{5BD1531E-FE25-4A7C-8E73-1A5C7C2DEA20}" type="presParOf" srcId="{2528C3CD-47C2-4A7C-9C6F-3AB499CA8718}" destId="{830F8292-52E7-43AF-A576-3397DAFD8145}" srcOrd="0" destOrd="0" presId="urn:microsoft.com/office/officeart/2005/8/layout/vList2"/>
    <dgm:cxn modelId="{14424A87-F9B5-4AB6-A49E-0AAE3F3D0552}" type="presParOf" srcId="{2528C3CD-47C2-4A7C-9C6F-3AB499CA8718}" destId="{B443A59D-C8A7-4F9F-B2D4-626EE58442A5}" srcOrd="1" destOrd="0" presId="urn:microsoft.com/office/officeart/2005/8/layout/vList2"/>
    <dgm:cxn modelId="{C2BB59DC-7CED-4116-BF92-B41A752B60FE}" type="presParOf" srcId="{2528C3CD-47C2-4A7C-9C6F-3AB499CA8718}" destId="{5B4185F4-81FE-4730-8F58-818335F9A4E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A04E9E6-68C5-426B-8248-11BFC8C0CA4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B0FCFB1-B96E-4570-906E-51FDA1071E80}">
      <dgm:prSet/>
      <dgm:spPr/>
      <dgm:t>
        <a:bodyPr/>
        <a:lstStyle/>
        <a:p>
          <a:r>
            <a:rPr lang="en-US"/>
            <a:t>Viết script gọi get_all_indicators() → xuất CSV</a:t>
          </a:r>
        </a:p>
      </dgm:t>
    </dgm:pt>
    <dgm:pt modelId="{7E6556C6-BF89-4EAE-A90C-CFA66F5ADD4F}" type="parTrans" cxnId="{E6855ACF-9372-4418-B1CA-38EB9230A3F2}">
      <dgm:prSet/>
      <dgm:spPr/>
      <dgm:t>
        <a:bodyPr/>
        <a:lstStyle/>
        <a:p>
          <a:endParaRPr lang="en-US"/>
        </a:p>
      </dgm:t>
    </dgm:pt>
    <dgm:pt modelId="{79FEE5DC-4102-4214-8C05-08A2E22E9355}" type="sibTrans" cxnId="{E6855ACF-9372-4418-B1CA-38EB9230A3F2}">
      <dgm:prSet/>
      <dgm:spPr/>
      <dgm:t>
        <a:bodyPr/>
        <a:lstStyle/>
        <a:p>
          <a:endParaRPr lang="en-US"/>
        </a:p>
      </dgm:t>
    </dgm:pt>
    <dgm:pt modelId="{44CC63E4-CA31-4381-99E9-EB8278709F66}">
      <dgm:prSet/>
      <dgm:spPr/>
      <dgm:t>
        <a:bodyPr/>
        <a:lstStyle/>
        <a:p>
          <a:r>
            <a:rPr lang="en-US"/>
            <a:t>Chuẩn bị thêm MACD/Bollinger</a:t>
          </a:r>
        </a:p>
      </dgm:t>
    </dgm:pt>
    <dgm:pt modelId="{8EC7BCA9-D943-4FC5-A3E3-A2200D83F963}" type="parTrans" cxnId="{C33A6492-176A-472E-A9A2-AA560EA8AF51}">
      <dgm:prSet/>
      <dgm:spPr/>
      <dgm:t>
        <a:bodyPr/>
        <a:lstStyle/>
        <a:p>
          <a:endParaRPr lang="en-US"/>
        </a:p>
      </dgm:t>
    </dgm:pt>
    <dgm:pt modelId="{F0D0C03A-DF5D-41BD-AD60-673D84BF8FD8}" type="sibTrans" cxnId="{C33A6492-176A-472E-A9A2-AA560EA8AF51}">
      <dgm:prSet/>
      <dgm:spPr/>
      <dgm:t>
        <a:bodyPr/>
        <a:lstStyle/>
        <a:p>
          <a:endParaRPr lang="en-US"/>
        </a:p>
      </dgm:t>
    </dgm:pt>
    <dgm:pt modelId="{FF495EC4-BCE8-4F1E-BFDE-A62FD0880740}" type="pres">
      <dgm:prSet presAssocID="{CA04E9E6-68C5-426B-8248-11BFC8C0CA4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D47462-6DC4-40D2-8CE2-A0070A8C5F56}" type="pres">
      <dgm:prSet presAssocID="{8B0FCFB1-B96E-4570-906E-51FDA1071E80}" presName="hierRoot1" presStyleCnt="0"/>
      <dgm:spPr/>
    </dgm:pt>
    <dgm:pt modelId="{24F22512-FD59-43A7-9216-12471FBB57D0}" type="pres">
      <dgm:prSet presAssocID="{8B0FCFB1-B96E-4570-906E-51FDA1071E80}" presName="composite" presStyleCnt="0"/>
      <dgm:spPr/>
    </dgm:pt>
    <dgm:pt modelId="{8766EAB5-C02A-47B8-B0FE-1FAD019839CF}" type="pres">
      <dgm:prSet presAssocID="{8B0FCFB1-B96E-4570-906E-51FDA1071E80}" presName="background" presStyleLbl="node0" presStyleIdx="0" presStyleCnt="2"/>
      <dgm:spPr/>
    </dgm:pt>
    <dgm:pt modelId="{E61091DC-B24C-4FF8-A7D7-93BC0CDAE328}" type="pres">
      <dgm:prSet presAssocID="{8B0FCFB1-B96E-4570-906E-51FDA1071E80}" presName="text" presStyleLbl="fgAcc0" presStyleIdx="0" presStyleCnt="2">
        <dgm:presLayoutVars>
          <dgm:chPref val="3"/>
        </dgm:presLayoutVars>
      </dgm:prSet>
      <dgm:spPr/>
    </dgm:pt>
    <dgm:pt modelId="{6A167649-F1A0-4FF0-8622-FB94A1FAB431}" type="pres">
      <dgm:prSet presAssocID="{8B0FCFB1-B96E-4570-906E-51FDA1071E80}" presName="hierChild2" presStyleCnt="0"/>
      <dgm:spPr/>
    </dgm:pt>
    <dgm:pt modelId="{720076A3-9CCC-4FCF-980E-9DF4F437AC80}" type="pres">
      <dgm:prSet presAssocID="{44CC63E4-CA31-4381-99E9-EB8278709F66}" presName="hierRoot1" presStyleCnt="0"/>
      <dgm:spPr/>
    </dgm:pt>
    <dgm:pt modelId="{B83726BC-8D61-476F-B760-B2CA2162DD32}" type="pres">
      <dgm:prSet presAssocID="{44CC63E4-CA31-4381-99E9-EB8278709F66}" presName="composite" presStyleCnt="0"/>
      <dgm:spPr/>
    </dgm:pt>
    <dgm:pt modelId="{C13B47FA-5283-4866-B807-2FF5E8CFDFB6}" type="pres">
      <dgm:prSet presAssocID="{44CC63E4-CA31-4381-99E9-EB8278709F66}" presName="background" presStyleLbl="node0" presStyleIdx="1" presStyleCnt="2"/>
      <dgm:spPr/>
    </dgm:pt>
    <dgm:pt modelId="{321CB806-14B6-4459-8F12-7DF3EB2C8BCB}" type="pres">
      <dgm:prSet presAssocID="{44CC63E4-CA31-4381-99E9-EB8278709F66}" presName="text" presStyleLbl="fgAcc0" presStyleIdx="1" presStyleCnt="2">
        <dgm:presLayoutVars>
          <dgm:chPref val="3"/>
        </dgm:presLayoutVars>
      </dgm:prSet>
      <dgm:spPr/>
    </dgm:pt>
    <dgm:pt modelId="{0082E4BA-8F7E-476F-9498-2EB4308F64BF}" type="pres">
      <dgm:prSet presAssocID="{44CC63E4-CA31-4381-99E9-EB8278709F66}" presName="hierChild2" presStyleCnt="0"/>
      <dgm:spPr/>
    </dgm:pt>
  </dgm:ptLst>
  <dgm:cxnLst>
    <dgm:cxn modelId="{37433C04-C2F0-4428-AEEC-FE13880782CB}" type="presOf" srcId="{8B0FCFB1-B96E-4570-906E-51FDA1071E80}" destId="{E61091DC-B24C-4FF8-A7D7-93BC0CDAE328}" srcOrd="0" destOrd="0" presId="urn:microsoft.com/office/officeart/2005/8/layout/hierarchy1"/>
    <dgm:cxn modelId="{23646A27-315C-4DDF-B8E0-263CF1AF0B34}" type="presOf" srcId="{CA04E9E6-68C5-426B-8248-11BFC8C0CA40}" destId="{FF495EC4-BCE8-4F1E-BFDE-A62FD0880740}" srcOrd="0" destOrd="0" presId="urn:microsoft.com/office/officeart/2005/8/layout/hierarchy1"/>
    <dgm:cxn modelId="{C33A6492-176A-472E-A9A2-AA560EA8AF51}" srcId="{CA04E9E6-68C5-426B-8248-11BFC8C0CA40}" destId="{44CC63E4-CA31-4381-99E9-EB8278709F66}" srcOrd="1" destOrd="0" parTransId="{8EC7BCA9-D943-4FC5-A3E3-A2200D83F963}" sibTransId="{F0D0C03A-DF5D-41BD-AD60-673D84BF8FD8}"/>
    <dgm:cxn modelId="{E6855ACF-9372-4418-B1CA-38EB9230A3F2}" srcId="{CA04E9E6-68C5-426B-8248-11BFC8C0CA40}" destId="{8B0FCFB1-B96E-4570-906E-51FDA1071E80}" srcOrd="0" destOrd="0" parTransId="{7E6556C6-BF89-4EAE-A90C-CFA66F5ADD4F}" sibTransId="{79FEE5DC-4102-4214-8C05-08A2E22E9355}"/>
    <dgm:cxn modelId="{A26151F5-A197-4F14-9CC3-2C707B10D5A5}" type="presOf" srcId="{44CC63E4-CA31-4381-99E9-EB8278709F66}" destId="{321CB806-14B6-4459-8F12-7DF3EB2C8BCB}" srcOrd="0" destOrd="0" presId="urn:microsoft.com/office/officeart/2005/8/layout/hierarchy1"/>
    <dgm:cxn modelId="{2D05A998-A09E-45CC-AAF0-6C31AAE86EDD}" type="presParOf" srcId="{FF495EC4-BCE8-4F1E-BFDE-A62FD0880740}" destId="{88D47462-6DC4-40D2-8CE2-A0070A8C5F56}" srcOrd="0" destOrd="0" presId="urn:microsoft.com/office/officeart/2005/8/layout/hierarchy1"/>
    <dgm:cxn modelId="{5ED1BFE6-B272-47B2-A638-47B0BAD68374}" type="presParOf" srcId="{88D47462-6DC4-40D2-8CE2-A0070A8C5F56}" destId="{24F22512-FD59-43A7-9216-12471FBB57D0}" srcOrd="0" destOrd="0" presId="urn:microsoft.com/office/officeart/2005/8/layout/hierarchy1"/>
    <dgm:cxn modelId="{25AF9CB7-3C8E-4D62-8E32-2F981A51A2AB}" type="presParOf" srcId="{24F22512-FD59-43A7-9216-12471FBB57D0}" destId="{8766EAB5-C02A-47B8-B0FE-1FAD019839CF}" srcOrd="0" destOrd="0" presId="urn:microsoft.com/office/officeart/2005/8/layout/hierarchy1"/>
    <dgm:cxn modelId="{2FA2280A-0F49-4C77-B1EF-445148B6C0C3}" type="presParOf" srcId="{24F22512-FD59-43A7-9216-12471FBB57D0}" destId="{E61091DC-B24C-4FF8-A7D7-93BC0CDAE328}" srcOrd="1" destOrd="0" presId="urn:microsoft.com/office/officeart/2005/8/layout/hierarchy1"/>
    <dgm:cxn modelId="{42DC93A1-59AA-42EB-BE61-448E02749671}" type="presParOf" srcId="{88D47462-6DC4-40D2-8CE2-A0070A8C5F56}" destId="{6A167649-F1A0-4FF0-8622-FB94A1FAB431}" srcOrd="1" destOrd="0" presId="urn:microsoft.com/office/officeart/2005/8/layout/hierarchy1"/>
    <dgm:cxn modelId="{30127803-56DD-4235-8360-CA7FAFDC7A74}" type="presParOf" srcId="{FF495EC4-BCE8-4F1E-BFDE-A62FD0880740}" destId="{720076A3-9CCC-4FCF-980E-9DF4F437AC80}" srcOrd="1" destOrd="0" presId="urn:microsoft.com/office/officeart/2005/8/layout/hierarchy1"/>
    <dgm:cxn modelId="{9A165441-8D8E-4C32-B156-6A88567CDF87}" type="presParOf" srcId="{720076A3-9CCC-4FCF-980E-9DF4F437AC80}" destId="{B83726BC-8D61-476F-B760-B2CA2162DD32}" srcOrd="0" destOrd="0" presId="urn:microsoft.com/office/officeart/2005/8/layout/hierarchy1"/>
    <dgm:cxn modelId="{BE7401C5-EBB6-42CF-BA8C-9E10FE5BB4D1}" type="presParOf" srcId="{B83726BC-8D61-476F-B760-B2CA2162DD32}" destId="{C13B47FA-5283-4866-B807-2FF5E8CFDFB6}" srcOrd="0" destOrd="0" presId="urn:microsoft.com/office/officeart/2005/8/layout/hierarchy1"/>
    <dgm:cxn modelId="{47666F58-F5BB-48F5-BA41-86758054DCF1}" type="presParOf" srcId="{B83726BC-8D61-476F-B760-B2CA2162DD32}" destId="{321CB806-14B6-4459-8F12-7DF3EB2C8BCB}" srcOrd="1" destOrd="0" presId="urn:microsoft.com/office/officeart/2005/8/layout/hierarchy1"/>
    <dgm:cxn modelId="{7CA8EA70-8EA9-4024-B4C1-229FB0D3567C}" type="presParOf" srcId="{720076A3-9CCC-4FCF-980E-9DF4F437AC80}" destId="{0082E4BA-8F7E-476F-9498-2EB4308F64B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6C73324-6E03-455F-9D0F-D66F78F31F78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7688B3C-4FA5-4DDA-B1AE-554A56B8FBCB}">
      <dgm:prSet/>
      <dgm:spPr/>
      <dgm:t>
        <a:bodyPr/>
        <a:lstStyle/>
        <a:p>
          <a:r>
            <a:rPr lang="en-US"/>
            <a:t>Chỉ dùng Binance Testnet</a:t>
          </a:r>
        </a:p>
      </dgm:t>
    </dgm:pt>
    <dgm:pt modelId="{68051BA1-9C09-4DA8-859B-60EDAEDABDE5}" type="parTrans" cxnId="{3CEF0AF9-881F-41D8-A13F-2A91C0865C75}">
      <dgm:prSet/>
      <dgm:spPr/>
      <dgm:t>
        <a:bodyPr/>
        <a:lstStyle/>
        <a:p>
          <a:endParaRPr lang="en-US"/>
        </a:p>
      </dgm:t>
    </dgm:pt>
    <dgm:pt modelId="{EBF42E2F-FB2B-4412-9754-F7545782C377}" type="sibTrans" cxnId="{3CEF0AF9-881F-41D8-A13F-2A91C0865C75}">
      <dgm:prSet/>
      <dgm:spPr/>
      <dgm:t>
        <a:bodyPr/>
        <a:lstStyle/>
        <a:p>
          <a:endParaRPr lang="en-US"/>
        </a:p>
      </dgm:t>
    </dgm:pt>
    <dgm:pt modelId="{BF146AD6-87E5-4E50-A63A-5D06FB343308}">
      <dgm:prSet/>
      <dgm:spPr/>
      <dgm:t>
        <a:bodyPr/>
        <a:lstStyle/>
        <a:p>
          <a:r>
            <a:rPr lang="en-US"/>
            <a:t>Hỏi về phần code khó hiểu</a:t>
          </a:r>
        </a:p>
      </dgm:t>
    </dgm:pt>
    <dgm:pt modelId="{D5E90D53-9E98-4426-86DD-50B07C83B709}" type="parTrans" cxnId="{BDF155AA-0FBC-4657-B4BC-A6E6DE93EAE3}">
      <dgm:prSet/>
      <dgm:spPr/>
      <dgm:t>
        <a:bodyPr/>
        <a:lstStyle/>
        <a:p>
          <a:endParaRPr lang="en-US"/>
        </a:p>
      </dgm:t>
    </dgm:pt>
    <dgm:pt modelId="{EBC8B99C-B3C7-4B49-851F-664DE21A57D4}" type="sibTrans" cxnId="{BDF155AA-0FBC-4657-B4BC-A6E6DE93EAE3}">
      <dgm:prSet/>
      <dgm:spPr/>
      <dgm:t>
        <a:bodyPr/>
        <a:lstStyle/>
        <a:p>
          <a:endParaRPr lang="en-US"/>
        </a:p>
      </dgm:t>
    </dgm:pt>
    <dgm:pt modelId="{129E798C-3E50-409F-A50A-C993E88DA0E2}" type="pres">
      <dgm:prSet presAssocID="{56C73324-6E03-455F-9D0F-D66F78F31F7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0660705-E524-4CCA-A2C7-B1DC99475324}" type="pres">
      <dgm:prSet presAssocID="{97688B3C-4FA5-4DDA-B1AE-554A56B8FBCB}" presName="root" presStyleCnt="0"/>
      <dgm:spPr/>
    </dgm:pt>
    <dgm:pt modelId="{BDF682FC-DCDE-4315-B6CB-F699016189DC}" type="pres">
      <dgm:prSet presAssocID="{97688B3C-4FA5-4DDA-B1AE-554A56B8FBCB}" presName="rootComposite" presStyleCnt="0"/>
      <dgm:spPr/>
    </dgm:pt>
    <dgm:pt modelId="{013D5703-BE5A-4BF8-A4B1-3C9EA967C86B}" type="pres">
      <dgm:prSet presAssocID="{97688B3C-4FA5-4DDA-B1AE-554A56B8FBCB}" presName="rootText" presStyleLbl="node1" presStyleIdx="0" presStyleCnt="2"/>
      <dgm:spPr/>
    </dgm:pt>
    <dgm:pt modelId="{178C2033-67A2-4B88-991E-F38F4DF33087}" type="pres">
      <dgm:prSet presAssocID="{97688B3C-4FA5-4DDA-B1AE-554A56B8FBCB}" presName="rootConnector" presStyleLbl="node1" presStyleIdx="0" presStyleCnt="2"/>
      <dgm:spPr/>
    </dgm:pt>
    <dgm:pt modelId="{6D565372-539B-45A5-9290-874EB76DCC68}" type="pres">
      <dgm:prSet presAssocID="{97688B3C-4FA5-4DDA-B1AE-554A56B8FBCB}" presName="childShape" presStyleCnt="0"/>
      <dgm:spPr/>
    </dgm:pt>
    <dgm:pt modelId="{C7B5DDC2-C916-4AC3-9E18-21A42FFBD957}" type="pres">
      <dgm:prSet presAssocID="{BF146AD6-87E5-4E50-A63A-5D06FB343308}" presName="root" presStyleCnt="0"/>
      <dgm:spPr/>
    </dgm:pt>
    <dgm:pt modelId="{F798AE47-2F62-429E-8CC2-44B1A219D302}" type="pres">
      <dgm:prSet presAssocID="{BF146AD6-87E5-4E50-A63A-5D06FB343308}" presName="rootComposite" presStyleCnt="0"/>
      <dgm:spPr/>
    </dgm:pt>
    <dgm:pt modelId="{988A6596-C0BA-44FF-9F33-CE62D5DBE6D0}" type="pres">
      <dgm:prSet presAssocID="{BF146AD6-87E5-4E50-A63A-5D06FB343308}" presName="rootText" presStyleLbl="node1" presStyleIdx="1" presStyleCnt="2"/>
      <dgm:spPr/>
    </dgm:pt>
    <dgm:pt modelId="{8FEC60C5-3C01-440A-9AE1-79D62E16B690}" type="pres">
      <dgm:prSet presAssocID="{BF146AD6-87E5-4E50-A63A-5D06FB343308}" presName="rootConnector" presStyleLbl="node1" presStyleIdx="1" presStyleCnt="2"/>
      <dgm:spPr/>
    </dgm:pt>
    <dgm:pt modelId="{AEA58150-2E12-4D94-B364-022539352259}" type="pres">
      <dgm:prSet presAssocID="{BF146AD6-87E5-4E50-A63A-5D06FB343308}" presName="childShape" presStyleCnt="0"/>
      <dgm:spPr/>
    </dgm:pt>
  </dgm:ptLst>
  <dgm:cxnLst>
    <dgm:cxn modelId="{0099F213-C1C3-41B9-AE44-B1331F0B950F}" type="presOf" srcId="{BF146AD6-87E5-4E50-A63A-5D06FB343308}" destId="{8FEC60C5-3C01-440A-9AE1-79D62E16B690}" srcOrd="1" destOrd="0" presId="urn:microsoft.com/office/officeart/2005/8/layout/hierarchy3"/>
    <dgm:cxn modelId="{206AAD14-10EB-4E67-81FF-18A6250D6644}" type="presOf" srcId="{97688B3C-4FA5-4DDA-B1AE-554A56B8FBCB}" destId="{178C2033-67A2-4B88-991E-F38F4DF33087}" srcOrd="1" destOrd="0" presId="urn:microsoft.com/office/officeart/2005/8/layout/hierarchy3"/>
    <dgm:cxn modelId="{BDF155AA-0FBC-4657-B4BC-A6E6DE93EAE3}" srcId="{56C73324-6E03-455F-9D0F-D66F78F31F78}" destId="{BF146AD6-87E5-4E50-A63A-5D06FB343308}" srcOrd="1" destOrd="0" parTransId="{D5E90D53-9E98-4426-86DD-50B07C83B709}" sibTransId="{EBC8B99C-B3C7-4B49-851F-664DE21A57D4}"/>
    <dgm:cxn modelId="{29BDF5B9-C81C-4FEA-9651-2D4845655EF1}" type="presOf" srcId="{56C73324-6E03-455F-9D0F-D66F78F31F78}" destId="{129E798C-3E50-409F-A50A-C993E88DA0E2}" srcOrd="0" destOrd="0" presId="urn:microsoft.com/office/officeart/2005/8/layout/hierarchy3"/>
    <dgm:cxn modelId="{1B2D16BA-F629-4581-BEBC-AB1F80B8B025}" type="presOf" srcId="{BF146AD6-87E5-4E50-A63A-5D06FB343308}" destId="{988A6596-C0BA-44FF-9F33-CE62D5DBE6D0}" srcOrd="0" destOrd="0" presId="urn:microsoft.com/office/officeart/2005/8/layout/hierarchy3"/>
    <dgm:cxn modelId="{832420D7-3308-4A02-A7F2-C2C3879294F8}" type="presOf" srcId="{97688B3C-4FA5-4DDA-B1AE-554A56B8FBCB}" destId="{013D5703-BE5A-4BF8-A4B1-3C9EA967C86B}" srcOrd="0" destOrd="0" presId="urn:microsoft.com/office/officeart/2005/8/layout/hierarchy3"/>
    <dgm:cxn modelId="{3CEF0AF9-881F-41D8-A13F-2A91C0865C75}" srcId="{56C73324-6E03-455F-9D0F-D66F78F31F78}" destId="{97688B3C-4FA5-4DDA-B1AE-554A56B8FBCB}" srcOrd="0" destOrd="0" parTransId="{68051BA1-9C09-4DA8-859B-60EDAEDABDE5}" sibTransId="{EBF42E2F-FB2B-4412-9754-F7545782C377}"/>
    <dgm:cxn modelId="{7349730A-C415-4EF2-9438-4E95D0AF9DDA}" type="presParOf" srcId="{129E798C-3E50-409F-A50A-C993E88DA0E2}" destId="{70660705-E524-4CCA-A2C7-B1DC99475324}" srcOrd="0" destOrd="0" presId="urn:microsoft.com/office/officeart/2005/8/layout/hierarchy3"/>
    <dgm:cxn modelId="{5641EF84-D62D-4A76-8652-711C9130A49A}" type="presParOf" srcId="{70660705-E524-4CCA-A2C7-B1DC99475324}" destId="{BDF682FC-DCDE-4315-B6CB-F699016189DC}" srcOrd="0" destOrd="0" presId="urn:microsoft.com/office/officeart/2005/8/layout/hierarchy3"/>
    <dgm:cxn modelId="{671E07C9-8B09-4561-9D16-252241A299E7}" type="presParOf" srcId="{BDF682FC-DCDE-4315-B6CB-F699016189DC}" destId="{013D5703-BE5A-4BF8-A4B1-3C9EA967C86B}" srcOrd="0" destOrd="0" presId="urn:microsoft.com/office/officeart/2005/8/layout/hierarchy3"/>
    <dgm:cxn modelId="{582C1B0A-AF19-4D84-ABF1-92B08DF9DF4A}" type="presParOf" srcId="{BDF682FC-DCDE-4315-B6CB-F699016189DC}" destId="{178C2033-67A2-4B88-991E-F38F4DF33087}" srcOrd="1" destOrd="0" presId="urn:microsoft.com/office/officeart/2005/8/layout/hierarchy3"/>
    <dgm:cxn modelId="{D3AF2291-BC6A-4C01-86A1-009EB1F665A0}" type="presParOf" srcId="{70660705-E524-4CCA-A2C7-B1DC99475324}" destId="{6D565372-539B-45A5-9290-874EB76DCC68}" srcOrd="1" destOrd="0" presId="urn:microsoft.com/office/officeart/2005/8/layout/hierarchy3"/>
    <dgm:cxn modelId="{CCBFA461-8CC5-427B-BFE2-FCE3C838FB02}" type="presParOf" srcId="{129E798C-3E50-409F-A50A-C993E88DA0E2}" destId="{C7B5DDC2-C916-4AC3-9E18-21A42FFBD957}" srcOrd="1" destOrd="0" presId="urn:microsoft.com/office/officeart/2005/8/layout/hierarchy3"/>
    <dgm:cxn modelId="{4B83067B-3A41-47B7-AAAF-AF6D18C2CC45}" type="presParOf" srcId="{C7B5DDC2-C916-4AC3-9E18-21A42FFBD957}" destId="{F798AE47-2F62-429E-8CC2-44B1A219D302}" srcOrd="0" destOrd="0" presId="urn:microsoft.com/office/officeart/2005/8/layout/hierarchy3"/>
    <dgm:cxn modelId="{0826D26E-2292-4867-B064-C362860CEFAF}" type="presParOf" srcId="{F798AE47-2F62-429E-8CC2-44B1A219D302}" destId="{988A6596-C0BA-44FF-9F33-CE62D5DBE6D0}" srcOrd="0" destOrd="0" presId="urn:microsoft.com/office/officeart/2005/8/layout/hierarchy3"/>
    <dgm:cxn modelId="{6A017D25-B326-43DB-AFC2-1F61F1767058}" type="presParOf" srcId="{F798AE47-2F62-429E-8CC2-44B1A219D302}" destId="{8FEC60C5-3C01-440A-9AE1-79D62E16B690}" srcOrd="1" destOrd="0" presId="urn:microsoft.com/office/officeart/2005/8/layout/hierarchy3"/>
    <dgm:cxn modelId="{CCD6D5A4-74E3-4145-9D2F-0EB2E7EF6F0B}" type="presParOf" srcId="{C7B5DDC2-C916-4AC3-9E18-21A42FFBD957}" destId="{AEA58150-2E12-4D94-B364-02253935225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ECE19A-5221-4E8B-96FC-4DD150CE72F0}">
      <dsp:nvSpPr>
        <dsp:cNvPr id="0" name=""/>
        <dsp:cNvSpPr/>
      </dsp:nvSpPr>
      <dsp:spPr>
        <a:xfrm>
          <a:off x="0" y="60322"/>
          <a:ext cx="4438638" cy="115202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Pull code mới nhất</a:t>
          </a:r>
        </a:p>
      </dsp:txBody>
      <dsp:txXfrm>
        <a:off x="56237" y="116559"/>
        <a:ext cx="4326164" cy="1039555"/>
      </dsp:txXfrm>
    </dsp:sp>
    <dsp:sp modelId="{3C92987C-E990-4DD8-AC99-0F3A0A61D52C}">
      <dsp:nvSpPr>
        <dsp:cNvPr id="0" name=""/>
        <dsp:cNvSpPr/>
      </dsp:nvSpPr>
      <dsp:spPr>
        <a:xfrm>
          <a:off x="0" y="1295872"/>
          <a:ext cx="4438638" cy="1152029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Mở venv, pip install -r requirements.txt</a:t>
          </a:r>
        </a:p>
      </dsp:txBody>
      <dsp:txXfrm>
        <a:off x="56237" y="1352109"/>
        <a:ext cx="4326164" cy="1039555"/>
      </dsp:txXfrm>
    </dsp:sp>
    <dsp:sp modelId="{32A14EBB-B566-4794-8D75-D322C3801EB6}">
      <dsp:nvSpPr>
        <dsp:cNvPr id="0" name=""/>
        <dsp:cNvSpPr/>
      </dsp:nvSpPr>
      <dsp:spPr>
        <a:xfrm>
          <a:off x="0" y="2531422"/>
          <a:ext cx="4438638" cy="1152029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Kiểm tra .env và API Testnet</a:t>
          </a:r>
        </a:p>
      </dsp:txBody>
      <dsp:txXfrm>
        <a:off x="56237" y="2587659"/>
        <a:ext cx="4326164" cy="1039555"/>
      </dsp:txXfrm>
    </dsp:sp>
    <dsp:sp modelId="{E38C5A9C-4190-4757-93C7-89D20A1802BE}">
      <dsp:nvSpPr>
        <dsp:cNvPr id="0" name=""/>
        <dsp:cNvSpPr/>
      </dsp:nvSpPr>
      <dsp:spPr>
        <a:xfrm>
          <a:off x="0" y="3766971"/>
          <a:ext cx="4438638" cy="115202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Kiểm tra git status</a:t>
          </a:r>
        </a:p>
      </dsp:txBody>
      <dsp:txXfrm>
        <a:off x="56237" y="3823208"/>
        <a:ext cx="4326164" cy="10395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DA57B-164F-46B4-9612-B2D804F624E8}">
      <dsp:nvSpPr>
        <dsp:cNvPr id="0" name=""/>
        <dsp:cNvSpPr/>
      </dsp:nvSpPr>
      <dsp:spPr>
        <a:xfrm>
          <a:off x="0" y="14076"/>
          <a:ext cx="4438638" cy="15947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Mô</a:t>
          </a:r>
          <a:r>
            <a:rPr lang="en-US" sz="2900" kern="1200" dirty="0"/>
            <a:t> </a:t>
          </a:r>
          <a:r>
            <a:rPr lang="en-US" sz="2900" kern="1200" dirty="0" err="1"/>
            <a:t>tả</a:t>
          </a:r>
          <a:r>
            <a:rPr lang="en-US" sz="2900" kern="1200" dirty="0"/>
            <a:t> </a:t>
          </a:r>
          <a:r>
            <a:rPr lang="en-US" sz="2900" kern="1200" dirty="0" err="1"/>
            <a:t>get_all_indicators</a:t>
          </a:r>
          <a:r>
            <a:rPr lang="en-US" sz="2900" kern="1200" dirty="0"/>
            <a:t>(): load candle → preprocess → MA/RSI/ATR</a:t>
          </a:r>
        </a:p>
      </dsp:txBody>
      <dsp:txXfrm>
        <a:off x="77847" y="91923"/>
        <a:ext cx="4282944" cy="1439016"/>
      </dsp:txXfrm>
    </dsp:sp>
    <dsp:sp modelId="{3C14CB5A-9FCB-4ABF-806A-2706838BAAA9}">
      <dsp:nvSpPr>
        <dsp:cNvPr id="0" name=""/>
        <dsp:cNvSpPr/>
      </dsp:nvSpPr>
      <dsp:spPr>
        <a:xfrm>
          <a:off x="0" y="1692306"/>
          <a:ext cx="4438638" cy="159471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Thêm print/log để xem DataFrame</a:t>
          </a:r>
        </a:p>
      </dsp:txBody>
      <dsp:txXfrm>
        <a:off x="77847" y="1770153"/>
        <a:ext cx="4282944" cy="1439016"/>
      </dsp:txXfrm>
    </dsp:sp>
    <dsp:sp modelId="{47DD041C-43F2-41C2-87BB-C2CEE25F3B83}">
      <dsp:nvSpPr>
        <dsp:cNvPr id="0" name=""/>
        <dsp:cNvSpPr/>
      </dsp:nvSpPr>
      <dsp:spPr>
        <a:xfrm>
          <a:off x="0" y="3370537"/>
          <a:ext cx="4438638" cy="159471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Chạy: python src/technical_indicators.py</a:t>
          </a:r>
        </a:p>
      </dsp:txBody>
      <dsp:txXfrm>
        <a:off x="77847" y="3448384"/>
        <a:ext cx="4282944" cy="14390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2B7C6-B527-4837-A602-5CEFFA7C6096}">
      <dsp:nvSpPr>
        <dsp:cNvPr id="0" name=""/>
        <dsp:cNvSpPr/>
      </dsp:nvSpPr>
      <dsp:spPr>
        <a:xfrm>
          <a:off x="0" y="50211"/>
          <a:ext cx="4438638" cy="15514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Đổi MA_PERIOD trong config.py</a:t>
          </a:r>
        </a:p>
      </dsp:txBody>
      <dsp:txXfrm>
        <a:off x="75734" y="125945"/>
        <a:ext cx="4287170" cy="1399952"/>
      </dsp:txXfrm>
    </dsp:sp>
    <dsp:sp modelId="{D380B83C-0BC8-4505-8564-54DC680A0143}">
      <dsp:nvSpPr>
        <dsp:cNvPr id="0" name=""/>
        <dsp:cNvSpPr/>
      </dsp:nvSpPr>
      <dsp:spPr>
        <a:xfrm>
          <a:off x="0" y="1713951"/>
          <a:ext cx="4438638" cy="155142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Chạy lại và so sánh</a:t>
          </a:r>
        </a:p>
      </dsp:txBody>
      <dsp:txXfrm>
        <a:off x="75734" y="1789685"/>
        <a:ext cx="4287170" cy="1399952"/>
      </dsp:txXfrm>
    </dsp:sp>
    <dsp:sp modelId="{B4D5A3AB-137B-4C58-BACA-FDC213E5DA68}">
      <dsp:nvSpPr>
        <dsp:cNvPr id="0" name=""/>
        <dsp:cNvSpPr/>
      </dsp:nvSpPr>
      <dsp:spPr>
        <a:xfrm>
          <a:off x="0" y="3377692"/>
          <a:ext cx="4438638" cy="15514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Xuất 5 dòng cuối bảng dữ liệu</a:t>
          </a:r>
        </a:p>
      </dsp:txBody>
      <dsp:txXfrm>
        <a:off x="75734" y="3453426"/>
        <a:ext cx="4287170" cy="13999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EB25AB-359A-4465-80DB-469A058291E4}">
      <dsp:nvSpPr>
        <dsp:cNvPr id="0" name=""/>
        <dsp:cNvSpPr/>
      </dsp:nvSpPr>
      <dsp:spPr>
        <a:xfrm>
          <a:off x="0" y="425511"/>
          <a:ext cx="4438638" cy="13127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check_risk_conditions: RSI, confidence, ATR</a:t>
          </a:r>
        </a:p>
      </dsp:txBody>
      <dsp:txXfrm>
        <a:off x="64083" y="489594"/>
        <a:ext cx="4310472" cy="1184574"/>
      </dsp:txXfrm>
    </dsp:sp>
    <dsp:sp modelId="{D8E4924B-58D2-4442-A7EF-DA93EEF17541}">
      <dsp:nvSpPr>
        <dsp:cNvPr id="0" name=""/>
        <dsp:cNvSpPr/>
      </dsp:nvSpPr>
      <dsp:spPr>
        <a:xfrm>
          <a:off x="0" y="1833292"/>
          <a:ext cx="4438638" cy="131274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calculate_position_size: quantity, SL/TP</a:t>
          </a:r>
        </a:p>
      </dsp:txBody>
      <dsp:txXfrm>
        <a:off x="64083" y="1897375"/>
        <a:ext cx="4310472" cy="1184574"/>
      </dsp:txXfrm>
    </dsp:sp>
    <dsp:sp modelId="{F4058406-50AE-45F3-A8A2-D58BC9F7F4FA}">
      <dsp:nvSpPr>
        <dsp:cNvPr id="0" name=""/>
        <dsp:cNvSpPr/>
      </dsp:nvSpPr>
      <dsp:spPr>
        <a:xfrm>
          <a:off x="0" y="3241072"/>
          <a:ext cx="4438638" cy="13127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Lưu ý minNotional/LOT_SIZE</a:t>
          </a:r>
        </a:p>
      </dsp:txBody>
      <dsp:txXfrm>
        <a:off x="64083" y="3305155"/>
        <a:ext cx="4310472" cy="11845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93D697-F438-4DD2-B4DF-6A2BB383163E}">
      <dsp:nvSpPr>
        <dsp:cNvPr id="0" name=""/>
        <dsp:cNvSpPr/>
      </dsp:nvSpPr>
      <dsp:spPr>
        <a:xfrm>
          <a:off x="0" y="50211"/>
          <a:ext cx="4438638" cy="15514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Comment điều kiện ATR để test</a:t>
          </a:r>
        </a:p>
      </dsp:txBody>
      <dsp:txXfrm>
        <a:off x="75734" y="125945"/>
        <a:ext cx="4287170" cy="1399952"/>
      </dsp:txXfrm>
    </dsp:sp>
    <dsp:sp modelId="{440A0C5F-C3CA-4A17-93EF-578C45D290D2}">
      <dsp:nvSpPr>
        <dsp:cNvPr id="0" name=""/>
        <dsp:cNvSpPr/>
      </dsp:nvSpPr>
      <dsp:spPr>
        <a:xfrm>
          <a:off x="0" y="1713951"/>
          <a:ext cx="4438638" cy="155142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Chạy run.py → BẮT ĐẦU → xem log</a:t>
          </a:r>
        </a:p>
      </dsp:txBody>
      <dsp:txXfrm>
        <a:off x="75734" y="1789685"/>
        <a:ext cx="4287170" cy="1399952"/>
      </dsp:txXfrm>
    </dsp:sp>
    <dsp:sp modelId="{50756B68-DBD4-4125-8876-23C34B8D5085}">
      <dsp:nvSpPr>
        <dsp:cNvPr id="0" name=""/>
        <dsp:cNvSpPr/>
      </dsp:nvSpPr>
      <dsp:spPr>
        <a:xfrm>
          <a:off x="0" y="3377692"/>
          <a:ext cx="4438638" cy="15514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 err="1"/>
            <a:t>Ghi</a:t>
          </a:r>
          <a:r>
            <a:rPr lang="en-US" sz="3900" kern="1200" dirty="0"/>
            <a:t> </a:t>
          </a:r>
          <a:r>
            <a:rPr lang="en-US" sz="3900" kern="1200" dirty="0" err="1"/>
            <a:t>chú</a:t>
          </a:r>
          <a:r>
            <a:rPr lang="en-US" sz="3900" kern="1200" dirty="0"/>
            <a:t>: ATR </a:t>
          </a:r>
          <a:r>
            <a:rPr lang="en-US" sz="3900" kern="1200" dirty="0" err="1"/>
            <a:t>hợp</a:t>
          </a:r>
          <a:r>
            <a:rPr lang="en-US" sz="3900" kern="1200" dirty="0"/>
            <a:t> </a:t>
          </a:r>
          <a:r>
            <a:rPr lang="en-US" sz="3900" kern="1200" dirty="0" err="1"/>
            <a:t>lý</a:t>
          </a:r>
          <a:r>
            <a:rPr lang="en-US" sz="3900" kern="1200" dirty="0"/>
            <a:t> bao </a:t>
          </a:r>
          <a:r>
            <a:rPr lang="en-US" sz="3900" kern="1200" dirty="0" err="1"/>
            <a:t>nhiêu</a:t>
          </a:r>
          <a:r>
            <a:rPr lang="en-US" sz="3900" kern="1200" dirty="0"/>
            <a:t>?</a:t>
          </a:r>
        </a:p>
      </dsp:txBody>
      <dsp:txXfrm>
        <a:off x="75734" y="3453426"/>
        <a:ext cx="4287170" cy="13999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65ECC4-B39C-4561-BED6-B59C7B807F34}">
      <dsp:nvSpPr>
        <dsp:cNvPr id="0" name=""/>
        <dsp:cNvSpPr/>
      </dsp:nvSpPr>
      <dsp:spPr>
        <a:xfrm>
          <a:off x="0" y="853191"/>
          <a:ext cx="4438638" cy="15947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Hàm update_info_from_result() trong gui_app.py</a:t>
          </a:r>
        </a:p>
      </dsp:txBody>
      <dsp:txXfrm>
        <a:off x="77847" y="931038"/>
        <a:ext cx="4282944" cy="1439016"/>
      </dsp:txXfrm>
    </dsp:sp>
    <dsp:sp modelId="{6ED10D74-EC1F-41BA-A074-E494C50DDBAE}">
      <dsp:nvSpPr>
        <dsp:cNvPr id="0" name=""/>
        <dsp:cNvSpPr/>
      </dsp:nvSpPr>
      <dsp:spPr>
        <a:xfrm>
          <a:off x="0" y="2531422"/>
          <a:ext cx="4438638" cy="159471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Hiển thị log, label, tab báo cáo</a:t>
          </a:r>
        </a:p>
      </dsp:txBody>
      <dsp:txXfrm>
        <a:off x="77847" y="2609269"/>
        <a:ext cx="4282944" cy="14390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F8292-52E7-43AF-A576-3397DAFD8145}">
      <dsp:nvSpPr>
        <dsp:cNvPr id="0" name=""/>
        <dsp:cNvSpPr/>
      </dsp:nvSpPr>
      <dsp:spPr>
        <a:xfrm>
          <a:off x="0" y="309198"/>
          <a:ext cx="4438638" cy="212574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Thêm log StopLoss/TakeProfit</a:t>
          </a:r>
        </a:p>
      </dsp:txBody>
      <dsp:txXfrm>
        <a:off x="103770" y="412968"/>
        <a:ext cx="4231098" cy="1918203"/>
      </dsp:txXfrm>
    </dsp:sp>
    <dsp:sp modelId="{5B4185F4-81FE-4730-8F58-818335F9A4E5}">
      <dsp:nvSpPr>
        <dsp:cNvPr id="0" name=""/>
        <dsp:cNvSpPr/>
      </dsp:nvSpPr>
      <dsp:spPr>
        <a:xfrm>
          <a:off x="0" y="2544382"/>
          <a:ext cx="4438638" cy="2125743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Đổi màu label (BUY xanh, SELL đỏ, HOLD vàng)</a:t>
          </a:r>
        </a:p>
      </dsp:txBody>
      <dsp:txXfrm>
        <a:off x="103770" y="2648152"/>
        <a:ext cx="4231098" cy="19182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66EAB5-C02A-47B8-B0FE-1FAD019839CF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1091DC-B24C-4FF8-A7D7-93BC0CDAE328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Viết script gọi get_all_indicators() → xuất CSV</a:t>
          </a:r>
        </a:p>
      </dsp:txBody>
      <dsp:txXfrm>
        <a:off x="433546" y="784100"/>
        <a:ext cx="3211056" cy="1993740"/>
      </dsp:txXfrm>
    </dsp:sp>
    <dsp:sp modelId="{C13B47FA-5283-4866-B807-2FF5E8CFDFB6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CB806-14B6-4459-8F12-7DF3EB2C8BCB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Chuẩn bị thêm MACD/Bollinger</a:t>
          </a:r>
        </a:p>
      </dsp:txBody>
      <dsp:txXfrm>
        <a:off x="4509795" y="784100"/>
        <a:ext cx="3211056" cy="19937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3D5703-BE5A-4BF8-A4B1-3C9EA967C86B}">
      <dsp:nvSpPr>
        <dsp:cNvPr id="0" name=""/>
        <dsp:cNvSpPr/>
      </dsp:nvSpPr>
      <dsp:spPr>
        <a:xfrm>
          <a:off x="950" y="740292"/>
          <a:ext cx="3458635" cy="17293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Chỉ dùng Binance Testnet</a:t>
          </a:r>
        </a:p>
      </dsp:txBody>
      <dsp:txXfrm>
        <a:off x="51600" y="790942"/>
        <a:ext cx="3357335" cy="1628017"/>
      </dsp:txXfrm>
    </dsp:sp>
    <dsp:sp modelId="{988A6596-C0BA-44FF-9F33-CE62D5DBE6D0}">
      <dsp:nvSpPr>
        <dsp:cNvPr id="0" name=""/>
        <dsp:cNvSpPr/>
      </dsp:nvSpPr>
      <dsp:spPr>
        <a:xfrm>
          <a:off x="4324244" y="740292"/>
          <a:ext cx="3458635" cy="17293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Hỏi về phần code khó hiểu</a:t>
          </a:r>
        </a:p>
      </dsp:txBody>
      <dsp:txXfrm>
        <a:off x="4374894" y="790942"/>
        <a:ext cx="3357335" cy="1628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281" y="841664"/>
            <a:ext cx="3655995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Buổi 2: Indicators, Risk Manager,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1015" y="841664"/>
            <a:ext cx="3650704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Mục tiêu: đọc hiểu, chỉnh sửa, chạy thử bot trên Testnet.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264A61-6AE3-4DC0-A455-5EDC604E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2F23900D-D5D0-4EE8-80F4-D25038DE2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C55310DE-258B-4134-9DA8-DC4C2D0EB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91EE10-D5F3-48FA-BE55-F24A0BE59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7EF3BBC7-022F-4CD5-BE8E-BD8206C4B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A877CB3E-FE2B-43A7-A987-F921A9249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483" y="841664"/>
            <a:ext cx="3866304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Tổng quan luồng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1015" y="841664"/>
            <a:ext cx="3451888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data_collector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technical_indicators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ChatGPT Advisor 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risk_manager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trade_executor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gui_app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/report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vi-VN" sz="4200"/>
              <a:t>Chuẩn bị môi trường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427D8D-42AD-6770-20FF-B564B34B87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2685511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vi-VN" sz="2000"/>
              <a:t>technical_indicators.py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28C55E-D77C-7EDD-E001-73D48E3973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101489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vi-VN" sz="4200"/>
              <a:t>Bài tập Indicators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9F140D-F199-91FF-1F2C-E919E092F8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8874637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vi-VN" sz="4200"/>
              <a:t>Risk Manager Overview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DA0598-60CB-316B-B303-9B14584915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4260042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vi-VN" sz="4200"/>
              <a:t>Bài tập Risk Manager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98DD99-42FD-FF90-1A7E-82A9FF3257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075146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vi-VN" sz="4200"/>
              <a:t>GUI Wiring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270F1A-837C-CCC7-11B5-E59E08376B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9887799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vi-VN" sz="4200"/>
              <a:t>Thực hành GUI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34523B-FE60-AB8E-C407-E4C54B19F1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5545561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vi-VN" sz="4200"/>
              <a:t>Bài tập về nhà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5DC13A-2D9E-2837-35F5-94A8AFA180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547690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vi-VN" sz="4200"/>
              <a:t>Q&amp;A / Lời nhắc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766C50-D64B-FC19-2445-E72F6113B6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0915270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285</Words>
  <Application>Microsoft Office PowerPoint</Application>
  <PresentationFormat>On-screen Show (4:3)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Buổi 2: Indicators, Risk Manager, GUI</vt:lpstr>
      <vt:lpstr>Tổng quan luồng code</vt:lpstr>
      <vt:lpstr>Chuẩn bị môi trường</vt:lpstr>
      <vt:lpstr>technical_indicators.py</vt:lpstr>
      <vt:lpstr>Bài tập Indicators</vt:lpstr>
      <vt:lpstr>Risk Manager Overview</vt:lpstr>
      <vt:lpstr>Bài tập Risk Manager</vt:lpstr>
      <vt:lpstr>GUI Wiring</vt:lpstr>
      <vt:lpstr>Thực hành GUI</vt:lpstr>
      <vt:lpstr>Bài tập về nhà</vt:lpstr>
      <vt:lpstr>Q&amp;A / Lời nhắc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Nhat Bao 20241661E</cp:lastModifiedBy>
  <cp:revision>2</cp:revision>
  <dcterms:created xsi:type="dcterms:W3CDTF">2013-01-27T09:14:16Z</dcterms:created>
  <dcterms:modified xsi:type="dcterms:W3CDTF">2025-11-15T02:23:57Z</dcterms:modified>
  <cp:category/>
</cp:coreProperties>
</file>
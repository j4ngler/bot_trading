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Buổi 2: Indicators, Risk Manager, GUI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Mục tiêu: đọc hiểu, chỉnh sửa, chạy thử bot trên Testnet.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Tổng quan luồng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data_collector → technical_indicators → ChatGPT Advisor → risk_manager → trade_executor → gui_app/report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Chuẩn bị môi trường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Pull code mới nhất</a:t>
            </a:r>
          </a:p>
          <a:p>
            <a:r>
              <a:t>Mở venv, pip install -r requirements.txt</a:t>
            </a:r>
          </a:p>
          <a:p>
            <a:r>
              <a:t>Kiểm tra .env và API Testnet</a:t>
            </a:r>
          </a:p>
          <a:p>
            <a:r>
              <a:t>Kiểm tra git status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technical_indicators.py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Mô tả get_all_indicators(): load candle → preprocess → MA/RSI/ATR</a:t>
            </a:r>
          </a:p>
          <a:p>
            <a:r>
              <a:t>Thêm print/log để xem DataFrame</a:t>
            </a:r>
          </a:p>
          <a:p>
            <a:r>
              <a:t>Chạy: python src/technical_indicators.py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Bài tập Indicators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Đổi MA_PERIOD trong config.py</a:t>
            </a:r>
          </a:p>
          <a:p>
            <a:r>
              <a:t>Chạy lại và so sánh</a:t>
            </a:r>
          </a:p>
          <a:p>
            <a:r>
              <a:t>Xuất 5 dòng cuối bảng dữ liệu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 Manager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check_risk_conditions: RSI, confidence, ATR</a:t>
            </a:r>
          </a:p>
          <a:p>
            <a:r>
              <a:t>calculate_position_size: quantity, SL/TP</a:t>
            </a:r>
          </a:p>
          <a:p>
            <a:r>
              <a:t>Lưu ý minNotional/LOT_SIZE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Bài tập Risk Manager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Comment điều kiện ATR để test</a:t>
            </a:r>
          </a:p>
          <a:p>
            <a:r>
              <a:t>Chạy run.py → BẮT ĐẦU → xem log</a:t>
            </a:r>
          </a:p>
          <a:p>
            <a:r>
              <a:t>Ghi chú: ATR hợp lý bao nhiêu?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GUI Wiring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Hàm update_info_from_result() trong gui_app.py</a:t>
            </a:r>
          </a:p>
          <a:p>
            <a:r>
              <a:t>Hiển thị log, label, tab báo cáo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Thực hành GUI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Thêm log StopLoss/TakeProfit</a:t>
            </a:r>
          </a:p>
          <a:p>
            <a:r>
              <a:t>Đổi màu label (BUY xanh, SELL đỏ, HOLD vàng)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Mini-Checkpoint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Checklist: file đã chỉnh? commit chưa?</a:t>
            </a:r>
          </a:p>
          <a:p>
            <a:r>
              <a:t>Dùng Git để lưu thử nghiệm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Bài tập về nhà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Viết script gọi get_all_indicators() → xuất CSV</a:t>
            </a:r>
          </a:p>
          <a:p>
            <a:r>
              <a:t>Chuẩn bị thêm MACD/Bollinger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 / Lời nhắc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Chỉ dùng Binance Testnet</a:t>
            </a:r>
          </a:p>
          <a:p>
            <a:r>
              <a:t>Hỏi về phần code khó hiểu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
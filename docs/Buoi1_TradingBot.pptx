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CFA173-2CE0-485B-BFFD-1747537063C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78BF77-9831-4937-BED1-01DBB268E3F3}">
      <dgm:prSet/>
      <dgm:spPr/>
      <dgm:t>
        <a:bodyPr/>
        <a:lstStyle/>
        <a:p>
          <a:r>
            <a:rPr lang="en-US"/>
            <a:t>✅ Hiểu Trading Bot hoạt động như thế nào.</a:t>
          </a:r>
        </a:p>
      </dgm:t>
    </dgm:pt>
    <dgm:pt modelId="{45F53D8C-6543-4871-8ADD-3228DB024967}" type="parTrans" cxnId="{F9947E31-8EB3-4ACD-9D70-7D7F171EEF29}">
      <dgm:prSet/>
      <dgm:spPr/>
      <dgm:t>
        <a:bodyPr/>
        <a:lstStyle/>
        <a:p>
          <a:endParaRPr lang="en-US"/>
        </a:p>
      </dgm:t>
    </dgm:pt>
    <dgm:pt modelId="{244E54FF-5D88-4552-8FED-9812D0B10847}" type="sibTrans" cxnId="{F9947E31-8EB3-4ACD-9D70-7D7F171EEF29}">
      <dgm:prSet/>
      <dgm:spPr/>
      <dgm:t>
        <a:bodyPr/>
        <a:lstStyle/>
        <a:p>
          <a:endParaRPr lang="en-US"/>
        </a:p>
      </dgm:t>
    </dgm:pt>
    <dgm:pt modelId="{4364CE43-47CD-490F-8DAB-56E6FD3956FB}">
      <dgm:prSet/>
      <dgm:spPr/>
      <dgm:t>
        <a:bodyPr/>
        <a:lstStyle/>
        <a:p>
          <a:r>
            <a:rPr lang="en-US"/>
            <a:t>✅ Thiết lập môi trường Python ảo (venv).</a:t>
          </a:r>
        </a:p>
      </dgm:t>
    </dgm:pt>
    <dgm:pt modelId="{A4403B8C-534D-43EF-948E-DEFBEEFE1F1B}" type="parTrans" cxnId="{C0D38021-3698-4A38-98BB-A4C66A4612FA}">
      <dgm:prSet/>
      <dgm:spPr/>
      <dgm:t>
        <a:bodyPr/>
        <a:lstStyle/>
        <a:p>
          <a:endParaRPr lang="en-US"/>
        </a:p>
      </dgm:t>
    </dgm:pt>
    <dgm:pt modelId="{EB81BE1A-3980-4F69-AB90-39D70B71BE0F}" type="sibTrans" cxnId="{C0D38021-3698-4A38-98BB-A4C66A4612FA}">
      <dgm:prSet/>
      <dgm:spPr/>
      <dgm:t>
        <a:bodyPr/>
        <a:lstStyle/>
        <a:p>
          <a:endParaRPr lang="en-US"/>
        </a:p>
      </dgm:t>
    </dgm:pt>
    <dgm:pt modelId="{B3D1EEE8-C093-4412-96DC-77993E84F6F5}">
      <dgm:prSet/>
      <dgm:spPr/>
      <dgm:t>
        <a:bodyPr/>
        <a:lstStyle/>
        <a:p>
          <a:r>
            <a:rPr lang="en-US"/>
            <a:t>✅ Kết nối API Binance Testnet.</a:t>
          </a:r>
        </a:p>
      </dgm:t>
    </dgm:pt>
    <dgm:pt modelId="{71BED02F-FA49-4F3B-8CC3-D46B9856362F}" type="parTrans" cxnId="{45B54E4D-D62F-4BC4-9435-2A44A27B9F1E}">
      <dgm:prSet/>
      <dgm:spPr/>
      <dgm:t>
        <a:bodyPr/>
        <a:lstStyle/>
        <a:p>
          <a:endParaRPr lang="en-US"/>
        </a:p>
      </dgm:t>
    </dgm:pt>
    <dgm:pt modelId="{AE94F2F5-1D7B-423A-9F2D-262DAD4E7161}" type="sibTrans" cxnId="{45B54E4D-D62F-4BC4-9435-2A44A27B9F1E}">
      <dgm:prSet/>
      <dgm:spPr/>
      <dgm:t>
        <a:bodyPr/>
        <a:lstStyle/>
        <a:p>
          <a:endParaRPr lang="en-US"/>
        </a:p>
      </dgm:t>
    </dgm:pt>
    <dgm:pt modelId="{DF7A67F1-1A74-47CF-B47C-30C17EFBB23A}">
      <dgm:prSet/>
      <dgm:spPr/>
      <dgm:t>
        <a:bodyPr/>
        <a:lstStyle/>
        <a:p>
          <a:r>
            <a:rPr lang="en-US"/>
            <a:t>✅ Chạy thử GUI Bot.</a:t>
          </a:r>
        </a:p>
      </dgm:t>
    </dgm:pt>
    <dgm:pt modelId="{3C3CE142-3D71-4E2C-B625-20A4B9140F41}" type="parTrans" cxnId="{4B2EA21D-C3F9-4846-BDA1-F2BCD3C6DD22}">
      <dgm:prSet/>
      <dgm:spPr/>
      <dgm:t>
        <a:bodyPr/>
        <a:lstStyle/>
        <a:p>
          <a:endParaRPr lang="en-US"/>
        </a:p>
      </dgm:t>
    </dgm:pt>
    <dgm:pt modelId="{19FFF7F2-2760-47BF-942A-22F779CAFE52}" type="sibTrans" cxnId="{4B2EA21D-C3F9-4846-BDA1-F2BCD3C6DD22}">
      <dgm:prSet/>
      <dgm:spPr/>
      <dgm:t>
        <a:bodyPr/>
        <a:lstStyle/>
        <a:p>
          <a:endParaRPr lang="en-US"/>
        </a:p>
      </dgm:t>
    </dgm:pt>
    <dgm:pt modelId="{EBFD5F26-3E55-4B17-A3FE-85DA68BF2552}" type="pres">
      <dgm:prSet presAssocID="{0ECFA173-2CE0-485B-BFFD-1747537063C8}" presName="outerComposite" presStyleCnt="0">
        <dgm:presLayoutVars>
          <dgm:chMax val="5"/>
          <dgm:dir/>
          <dgm:resizeHandles val="exact"/>
        </dgm:presLayoutVars>
      </dgm:prSet>
      <dgm:spPr/>
    </dgm:pt>
    <dgm:pt modelId="{662E0E9B-2A91-4D76-B061-D9BB9C3B25B7}" type="pres">
      <dgm:prSet presAssocID="{0ECFA173-2CE0-485B-BFFD-1747537063C8}" presName="dummyMaxCanvas" presStyleCnt="0">
        <dgm:presLayoutVars/>
      </dgm:prSet>
      <dgm:spPr/>
    </dgm:pt>
    <dgm:pt modelId="{0F5D69C8-3287-46DD-AE93-06A7EB046550}" type="pres">
      <dgm:prSet presAssocID="{0ECFA173-2CE0-485B-BFFD-1747537063C8}" presName="FourNodes_1" presStyleLbl="node1" presStyleIdx="0" presStyleCnt="4">
        <dgm:presLayoutVars>
          <dgm:bulletEnabled val="1"/>
        </dgm:presLayoutVars>
      </dgm:prSet>
      <dgm:spPr/>
    </dgm:pt>
    <dgm:pt modelId="{21C960F9-1DE6-47F6-9EB3-DFB88E528DD8}" type="pres">
      <dgm:prSet presAssocID="{0ECFA173-2CE0-485B-BFFD-1747537063C8}" presName="FourNodes_2" presStyleLbl="node1" presStyleIdx="1" presStyleCnt="4">
        <dgm:presLayoutVars>
          <dgm:bulletEnabled val="1"/>
        </dgm:presLayoutVars>
      </dgm:prSet>
      <dgm:spPr/>
    </dgm:pt>
    <dgm:pt modelId="{6FB937B2-3DB8-4D3F-AA7F-0AF9856E8528}" type="pres">
      <dgm:prSet presAssocID="{0ECFA173-2CE0-485B-BFFD-1747537063C8}" presName="FourNodes_3" presStyleLbl="node1" presStyleIdx="2" presStyleCnt="4">
        <dgm:presLayoutVars>
          <dgm:bulletEnabled val="1"/>
        </dgm:presLayoutVars>
      </dgm:prSet>
      <dgm:spPr/>
    </dgm:pt>
    <dgm:pt modelId="{CC715910-DEF4-4136-8188-3B3149627E86}" type="pres">
      <dgm:prSet presAssocID="{0ECFA173-2CE0-485B-BFFD-1747537063C8}" presName="FourNodes_4" presStyleLbl="node1" presStyleIdx="3" presStyleCnt="4">
        <dgm:presLayoutVars>
          <dgm:bulletEnabled val="1"/>
        </dgm:presLayoutVars>
      </dgm:prSet>
      <dgm:spPr/>
    </dgm:pt>
    <dgm:pt modelId="{0EAB4E38-4424-488C-A141-2E154B2F15C8}" type="pres">
      <dgm:prSet presAssocID="{0ECFA173-2CE0-485B-BFFD-1747537063C8}" presName="FourConn_1-2" presStyleLbl="fgAccFollowNode1" presStyleIdx="0" presStyleCnt="3">
        <dgm:presLayoutVars>
          <dgm:bulletEnabled val="1"/>
        </dgm:presLayoutVars>
      </dgm:prSet>
      <dgm:spPr/>
    </dgm:pt>
    <dgm:pt modelId="{A8A7F977-7C60-402C-983F-1E9A5D28A420}" type="pres">
      <dgm:prSet presAssocID="{0ECFA173-2CE0-485B-BFFD-1747537063C8}" presName="FourConn_2-3" presStyleLbl="fgAccFollowNode1" presStyleIdx="1" presStyleCnt="3">
        <dgm:presLayoutVars>
          <dgm:bulletEnabled val="1"/>
        </dgm:presLayoutVars>
      </dgm:prSet>
      <dgm:spPr/>
    </dgm:pt>
    <dgm:pt modelId="{D1317CC0-740A-4D0D-99C6-AE0DBB14D369}" type="pres">
      <dgm:prSet presAssocID="{0ECFA173-2CE0-485B-BFFD-1747537063C8}" presName="FourConn_3-4" presStyleLbl="fgAccFollowNode1" presStyleIdx="2" presStyleCnt="3">
        <dgm:presLayoutVars>
          <dgm:bulletEnabled val="1"/>
        </dgm:presLayoutVars>
      </dgm:prSet>
      <dgm:spPr/>
    </dgm:pt>
    <dgm:pt modelId="{FC9A9297-CC83-4B4B-9FFE-1090DBF41247}" type="pres">
      <dgm:prSet presAssocID="{0ECFA173-2CE0-485B-BFFD-1747537063C8}" presName="FourNodes_1_text" presStyleLbl="node1" presStyleIdx="3" presStyleCnt="4">
        <dgm:presLayoutVars>
          <dgm:bulletEnabled val="1"/>
        </dgm:presLayoutVars>
      </dgm:prSet>
      <dgm:spPr/>
    </dgm:pt>
    <dgm:pt modelId="{58436771-D7A6-49C5-A87F-2F66FAE8A7A4}" type="pres">
      <dgm:prSet presAssocID="{0ECFA173-2CE0-485B-BFFD-1747537063C8}" presName="FourNodes_2_text" presStyleLbl="node1" presStyleIdx="3" presStyleCnt="4">
        <dgm:presLayoutVars>
          <dgm:bulletEnabled val="1"/>
        </dgm:presLayoutVars>
      </dgm:prSet>
      <dgm:spPr/>
    </dgm:pt>
    <dgm:pt modelId="{0C19794C-F4C2-4BF3-8E78-52BCDF0BA9F9}" type="pres">
      <dgm:prSet presAssocID="{0ECFA173-2CE0-485B-BFFD-1747537063C8}" presName="FourNodes_3_text" presStyleLbl="node1" presStyleIdx="3" presStyleCnt="4">
        <dgm:presLayoutVars>
          <dgm:bulletEnabled val="1"/>
        </dgm:presLayoutVars>
      </dgm:prSet>
      <dgm:spPr/>
    </dgm:pt>
    <dgm:pt modelId="{774E7A2D-5AA6-4655-B7A8-E2324024FD8A}" type="pres">
      <dgm:prSet presAssocID="{0ECFA173-2CE0-485B-BFFD-1747537063C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EFB5904-DDF3-4E5A-9833-4DFA892AC620}" type="presOf" srcId="{4364CE43-47CD-490F-8DAB-56E6FD3956FB}" destId="{58436771-D7A6-49C5-A87F-2F66FAE8A7A4}" srcOrd="1" destOrd="0" presId="urn:microsoft.com/office/officeart/2005/8/layout/vProcess5"/>
    <dgm:cxn modelId="{4664290E-C05A-43A4-BB7E-20261388BD6E}" type="presOf" srcId="{4364CE43-47CD-490F-8DAB-56E6FD3956FB}" destId="{21C960F9-1DE6-47F6-9EB3-DFB88E528DD8}" srcOrd="0" destOrd="0" presId="urn:microsoft.com/office/officeart/2005/8/layout/vProcess5"/>
    <dgm:cxn modelId="{4B2EA21D-C3F9-4846-BDA1-F2BCD3C6DD22}" srcId="{0ECFA173-2CE0-485B-BFFD-1747537063C8}" destId="{DF7A67F1-1A74-47CF-B47C-30C17EFBB23A}" srcOrd="3" destOrd="0" parTransId="{3C3CE142-3D71-4E2C-B625-20A4B9140F41}" sibTransId="{19FFF7F2-2760-47BF-942A-22F779CAFE52}"/>
    <dgm:cxn modelId="{C0D38021-3698-4A38-98BB-A4C66A4612FA}" srcId="{0ECFA173-2CE0-485B-BFFD-1747537063C8}" destId="{4364CE43-47CD-490F-8DAB-56E6FD3956FB}" srcOrd="1" destOrd="0" parTransId="{A4403B8C-534D-43EF-948E-DEFBEEFE1F1B}" sibTransId="{EB81BE1A-3980-4F69-AB90-39D70B71BE0F}"/>
    <dgm:cxn modelId="{F9947E31-8EB3-4ACD-9D70-7D7F171EEF29}" srcId="{0ECFA173-2CE0-485B-BFFD-1747537063C8}" destId="{2F78BF77-9831-4937-BED1-01DBB268E3F3}" srcOrd="0" destOrd="0" parTransId="{45F53D8C-6543-4871-8ADD-3228DB024967}" sibTransId="{244E54FF-5D88-4552-8FED-9812D0B10847}"/>
    <dgm:cxn modelId="{7AA51D5E-0AF9-49AA-98AE-E2FA22202E23}" type="presOf" srcId="{DF7A67F1-1A74-47CF-B47C-30C17EFBB23A}" destId="{CC715910-DEF4-4136-8188-3B3149627E86}" srcOrd="0" destOrd="0" presId="urn:microsoft.com/office/officeart/2005/8/layout/vProcess5"/>
    <dgm:cxn modelId="{B14A0B42-6453-4A3D-9EE5-D898C4396DC5}" type="presOf" srcId="{B3D1EEE8-C093-4412-96DC-77993E84F6F5}" destId="{6FB937B2-3DB8-4D3F-AA7F-0AF9856E8528}" srcOrd="0" destOrd="0" presId="urn:microsoft.com/office/officeart/2005/8/layout/vProcess5"/>
    <dgm:cxn modelId="{45B54E4D-D62F-4BC4-9435-2A44A27B9F1E}" srcId="{0ECFA173-2CE0-485B-BFFD-1747537063C8}" destId="{B3D1EEE8-C093-4412-96DC-77993E84F6F5}" srcOrd="2" destOrd="0" parTransId="{71BED02F-FA49-4F3B-8CC3-D46B9856362F}" sibTransId="{AE94F2F5-1D7B-423A-9F2D-262DAD4E7161}"/>
    <dgm:cxn modelId="{4DB5C050-F80A-45E5-A0C7-1A6E8148C02E}" type="presOf" srcId="{EB81BE1A-3980-4F69-AB90-39D70B71BE0F}" destId="{A8A7F977-7C60-402C-983F-1E9A5D28A420}" srcOrd="0" destOrd="0" presId="urn:microsoft.com/office/officeart/2005/8/layout/vProcess5"/>
    <dgm:cxn modelId="{9D53EC76-0927-4A14-ABF7-722E22F4044C}" type="presOf" srcId="{AE94F2F5-1D7B-423A-9F2D-262DAD4E7161}" destId="{D1317CC0-740A-4D0D-99C6-AE0DBB14D369}" srcOrd="0" destOrd="0" presId="urn:microsoft.com/office/officeart/2005/8/layout/vProcess5"/>
    <dgm:cxn modelId="{273CC8B6-0517-4DD8-B340-85C52F9250B0}" type="presOf" srcId="{DF7A67F1-1A74-47CF-B47C-30C17EFBB23A}" destId="{774E7A2D-5AA6-4655-B7A8-E2324024FD8A}" srcOrd="1" destOrd="0" presId="urn:microsoft.com/office/officeart/2005/8/layout/vProcess5"/>
    <dgm:cxn modelId="{B9C5D7E6-95B3-41FB-97D6-99B43FCB390B}" type="presOf" srcId="{244E54FF-5D88-4552-8FED-9812D0B10847}" destId="{0EAB4E38-4424-488C-A141-2E154B2F15C8}" srcOrd="0" destOrd="0" presId="urn:microsoft.com/office/officeart/2005/8/layout/vProcess5"/>
    <dgm:cxn modelId="{164A2EEB-5ACB-4B9C-8B59-0AE4873A3F7B}" type="presOf" srcId="{2F78BF77-9831-4937-BED1-01DBB268E3F3}" destId="{FC9A9297-CC83-4B4B-9FFE-1090DBF41247}" srcOrd="1" destOrd="0" presId="urn:microsoft.com/office/officeart/2005/8/layout/vProcess5"/>
    <dgm:cxn modelId="{3D1DAEED-87F8-44BB-A72A-594C5ADBF44E}" type="presOf" srcId="{B3D1EEE8-C093-4412-96DC-77993E84F6F5}" destId="{0C19794C-F4C2-4BF3-8E78-52BCDF0BA9F9}" srcOrd="1" destOrd="0" presId="urn:microsoft.com/office/officeart/2005/8/layout/vProcess5"/>
    <dgm:cxn modelId="{0FCA32FC-62E0-4FAF-924D-37C8C2B1698B}" type="presOf" srcId="{0ECFA173-2CE0-485B-BFFD-1747537063C8}" destId="{EBFD5F26-3E55-4B17-A3FE-85DA68BF2552}" srcOrd="0" destOrd="0" presId="urn:microsoft.com/office/officeart/2005/8/layout/vProcess5"/>
    <dgm:cxn modelId="{B9086FFE-861C-420A-BACC-7166C19F0494}" type="presOf" srcId="{2F78BF77-9831-4937-BED1-01DBB268E3F3}" destId="{0F5D69C8-3287-46DD-AE93-06A7EB046550}" srcOrd="0" destOrd="0" presId="urn:microsoft.com/office/officeart/2005/8/layout/vProcess5"/>
    <dgm:cxn modelId="{72670F2B-8BEB-4987-B4AD-DBE355824ED1}" type="presParOf" srcId="{EBFD5F26-3E55-4B17-A3FE-85DA68BF2552}" destId="{662E0E9B-2A91-4D76-B061-D9BB9C3B25B7}" srcOrd="0" destOrd="0" presId="urn:microsoft.com/office/officeart/2005/8/layout/vProcess5"/>
    <dgm:cxn modelId="{C2BDE3E2-0E29-47A7-8262-95F54686A8B3}" type="presParOf" srcId="{EBFD5F26-3E55-4B17-A3FE-85DA68BF2552}" destId="{0F5D69C8-3287-46DD-AE93-06A7EB046550}" srcOrd="1" destOrd="0" presId="urn:microsoft.com/office/officeart/2005/8/layout/vProcess5"/>
    <dgm:cxn modelId="{349B00DC-647A-4779-9878-4EEB4CB7B32C}" type="presParOf" srcId="{EBFD5F26-3E55-4B17-A3FE-85DA68BF2552}" destId="{21C960F9-1DE6-47F6-9EB3-DFB88E528DD8}" srcOrd="2" destOrd="0" presId="urn:microsoft.com/office/officeart/2005/8/layout/vProcess5"/>
    <dgm:cxn modelId="{7107DD44-6DB4-4320-AF0E-7C2474D58FE3}" type="presParOf" srcId="{EBFD5F26-3E55-4B17-A3FE-85DA68BF2552}" destId="{6FB937B2-3DB8-4D3F-AA7F-0AF9856E8528}" srcOrd="3" destOrd="0" presId="urn:microsoft.com/office/officeart/2005/8/layout/vProcess5"/>
    <dgm:cxn modelId="{78F29941-2686-4555-8653-C10ABBA8D6CA}" type="presParOf" srcId="{EBFD5F26-3E55-4B17-A3FE-85DA68BF2552}" destId="{CC715910-DEF4-4136-8188-3B3149627E86}" srcOrd="4" destOrd="0" presId="urn:microsoft.com/office/officeart/2005/8/layout/vProcess5"/>
    <dgm:cxn modelId="{8ED03695-8CB3-4473-AD27-DB8C2368862E}" type="presParOf" srcId="{EBFD5F26-3E55-4B17-A3FE-85DA68BF2552}" destId="{0EAB4E38-4424-488C-A141-2E154B2F15C8}" srcOrd="5" destOrd="0" presId="urn:microsoft.com/office/officeart/2005/8/layout/vProcess5"/>
    <dgm:cxn modelId="{3BC9F36E-42C1-416E-BE7D-DB30F2D35EB5}" type="presParOf" srcId="{EBFD5F26-3E55-4B17-A3FE-85DA68BF2552}" destId="{A8A7F977-7C60-402C-983F-1E9A5D28A420}" srcOrd="6" destOrd="0" presId="urn:microsoft.com/office/officeart/2005/8/layout/vProcess5"/>
    <dgm:cxn modelId="{B478BD1C-2A1F-4039-A3BC-14E2E6A0BFCA}" type="presParOf" srcId="{EBFD5F26-3E55-4B17-A3FE-85DA68BF2552}" destId="{D1317CC0-740A-4D0D-99C6-AE0DBB14D369}" srcOrd="7" destOrd="0" presId="urn:microsoft.com/office/officeart/2005/8/layout/vProcess5"/>
    <dgm:cxn modelId="{FDF24497-B931-4259-A4A5-37C20E7BDEB1}" type="presParOf" srcId="{EBFD5F26-3E55-4B17-A3FE-85DA68BF2552}" destId="{FC9A9297-CC83-4B4B-9FFE-1090DBF41247}" srcOrd="8" destOrd="0" presId="urn:microsoft.com/office/officeart/2005/8/layout/vProcess5"/>
    <dgm:cxn modelId="{D94D90DC-D17A-4BB8-9420-73613B5FFCAC}" type="presParOf" srcId="{EBFD5F26-3E55-4B17-A3FE-85DA68BF2552}" destId="{58436771-D7A6-49C5-A87F-2F66FAE8A7A4}" srcOrd="9" destOrd="0" presId="urn:microsoft.com/office/officeart/2005/8/layout/vProcess5"/>
    <dgm:cxn modelId="{1E188255-CCAA-4690-A0C1-50DC806E58A7}" type="presParOf" srcId="{EBFD5F26-3E55-4B17-A3FE-85DA68BF2552}" destId="{0C19794C-F4C2-4BF3-8E78-52BCDF0BA9F9}" srcOrd="10" destOrd="0" presId="urn:microsoft.com/office/officeart/2005/8/layout/vProcess5"/>
    <dgm:cxn modelId="{1A2871E9-92F3-4025-A15E-3124B8F81F68}" type="presParOf" srcId="{EBFD5F26-3E55-4B17-A3FE-85DA68BF2552}" destId="{774E7A2D-5AA6-4655-B7A8-E2324024FD8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8C1B84-72FB-4528-BA3B-EB24ED0E0C5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CDA0A2-513F-4DF7-A085-30F98B9BC15B}">
      <dgm:prSet/>
      <dgm:spPr/>
      <dgm:t>
        <a:bodyPr/>
        <a:lstStyle/>
        <a:p>
          <a:r>
            <a:rPr lang="en-US" dirty="0"/>
            <a:t>1️⃣ Cài Python 3.10+</a:t>
          </a:r>
        </a:p>
      </dgm:t>
    </dgm:pt>
    <dgm:pt modelId="{C22C49FF-B6A9-4316-9A9F-719C7D0CC2A0}" type="parTrans" cxnId="{14FC13E0-4592-416B-AEA7-F9310D757353}">
      <dgm:prSet/>
      <dgm:spPr/>
      <dgm:t>
        <a:bodyPr/>
        <a:lstStyle/>
        <a:p>
          <a:endParaRPr lang="en-US"/>
        </a:p>
      </dgm:t>
    </dgm:pt>
    <dgm:pt modelId="{913CD279-C504-42E9-BDB2-911B57909293}" type="sibTrans" cxnId="{14FC13E0-4592-416B-AEA7-F9310D757353}">
      <dgm:prSet/>
      <dgm:spPr/>
      <dgm:t>
        <a:bodyPr/>
        <a:lstStyle/>
        <a:p>
          <a:endParaRPr lang="en-US"/>
        </a:p>
      </dgm:t>
    </dgm:pt>
    <dgm:pt modelId="{1D1F12D6-924A-4908-9107-54E204A9160C}">
      <dgm:prSet/>
      <dgm:spPr/>
      <dgm:t>
        <a:bodyPr/>
        <a:lstStyle/>
        <a:p>
          <a:r>
            <a:rPr lang="en-US"/>
            <a:t>2️⃣ Tạo môi trường ảo:</a:t>
          </a:r>
        </a:p>
      </dgm:t>
    </dgm:pt>
    <dgm:pt modelId="{20BDB42A-8CE5-4EA4-9137-E172C49BDBC6}" type="parTrans" cxnId="{C733FB23-FB52-4BD0-A29A-4B8C8E0F8E18}">
      <dgm:prSet/>
      <dgm:spPr/>
      <dgm:t>
        <a:bodyPr/>
        <a:lstStyle/>
        <a:p>
          <a:endParaRPr lang="en-US"/>
        </a:p>
      </dgm:t>
    </dgm:pt>
    <dgm:pt modelId="{407E2E92-7507-437F-AA0D-69756AF72045}" type="sibTrans" cxnId="{C733FB23-FB52-4BD0-A29A-4B8C8E0F8E18}">
      <dgm:prSet/>
      <dgm:spPr/>
      <dgm:t>
        <a:bodyPr/>
        <a:lstStyle/>
        <a:p>
          <a:endParaRPr lang="en-US"/>
        </a:p>
      </dgm:t>
    </dgm:pt>
    <dgm:pt modelId="{DE8EDD5A-FCAF-4DE5-959E-4A541F0499D2}">
      <dgm:prSet/>
      <dgm:spPr/>
      <dgm:t>
        <a:bodyPr/>
        <a:lstStyle/>
        <a:p>
          <a:r>
            <a:rPr lang="en-US" dirty="0"/>
            <a:t>python3 -m </a:t>
          </a:r>
          <a:r>
            <a:rPr lang="en-US" dirty="0" err="1"/>
            <a:t>venv</a:t>
          </a:r>
          <a:r>
            <a:rPr lang="en-US" dirty="0"/>
            <a:t> </a:t>
          </a:r>
          <a:r>
            <a:rPr lang="en-US" dirty="0" err="1"/>
            <a:t>venv</a:t>
          </a:r>
          <a:endParaRPr lang="en-US" dirty="0"/>
        </a:p>
      </dgm:t>
    </dgm:pt>
    <dgm:pt modelId="{73675B59-D64D-44E9-9D00-6B2F6C77DD95}" type="parTrans" cxnId="{8422BE01-E91A-404C-9C3A-D33E8E832CBA}">
      <dgm:prSet/>
      <dgm:spPr/>
      <dgm:t>
        <a:bodyPr/>
        <a:lstStyle/>
        <a:p>
          <a:endParaRPr lang="en-US"/>
        </a:p>
      </dgm:t>
    </dgm:pt>
    <dgm:pt modelId="{C222B27B-8004-48F2-85AD-9D5D8A876CB3}" type="sibTrans" cxnId="{8422BE01-E91A-404C-9C3A-D33E8E832CBA}">
      <dgm:prSet/>
      <dgm:spPr/>
      <dgm:t>
        <a:bodyPr/>
        <a:lstStyle/>
        <a:p>
          <a:endParaRPr lang="en-US"/>
        </a:p>
      </dgm:t>
    </dgm:pt>
    <dgm:pt modelId="{3BC25CFB-1019-4C77-BA62-A8864D0ECC6F}">
      <dgm:prSet/>
      <dgm:spPr/>
      <dgm:t>
        <a:bodyPr/>
        <a:lstStyle/>
        <a:p>
          <a:r>
            <a:rPr lang="en-US"/>
            <a:t>source venv/bin/activate</a:t>
          </a:r>
        </a:p>
      </dgm:t>
    </dgm:pt>
    <dgm:pt modelId="{EC052946-5BB2-41B6-8942-D7C49E9BF235}" type="parTrans" cxnId="{37B54061-2338-414E-A66B-08ABA9C7ADFE}">
      <dgm:prSet/>
      <dgm:spPr/>
      <dgm:t>
        <a:bodyPr/>
        <a:lstStyle/>
        <a:p>
          <a:endParaRPr lang="en-US"/>
        </a:p>
      </dgm:t>
    </dgm:pt>
    <dgm:pt modelId="{9DFD7808-E0AB-4722-8BCE-78C9AE3EF4C0}" type="sibTrans" cxnId="{37B54061-2338-414E-A66B-08ABA9C7ADFE}">
      <dgm:prSet/>
      <dgm:spPr/>
      <dgm:t>
        <a:bodyPr/>
        <a:lstStyle/>
        <a:p>
          <a:endParaRPr lang="en-US"/>
        </a:p>
      </dgm:t>
    </dgm:pt>
    <dgm:pt modelId="{668A4DF1-EEE7-4A47-91B1-7B6A9920E2FA}">
      <dgm:prSet/>
      <dgm:spPr/>
      <dgm:t>
        <a:bodyPr/>
        <a:lstStyle/>
        <a:p>
          <a:r>
            <a:rPr lang="en-US"/>
            <a:t>3️⃣ Cài thư viện:</a:t>
          </a:r>
        </a:p>
      </dgm:t>
    </dgm:pt>
    <dgm:pt modelId="{0DD27523-24F0-409C-9AFB-D866ED53BC58}" type="parTrans" cxnId="{5C273A34-F339-4CD7-B719-FF5CCEF91E6D}">
      <dgm:prSet/>
      <dgm:spPr/>
      <dgm:t>
        <a:bodyPr/>
        <a:lstStyle/>
        <a:p>
          <a:endParaRPr lang="en-US"/>
        </a:p>
      </dgm:t>
    </dgm:pt>
    <dgm:pt modelId="{8D3253E8-9B81-4F46-8E85-B9782F1019DE}" type="sibTrans" cxnId="{5C273A34-F339-4CD7-B719-FF5CCEF91E6D}">
      <dgm:prSet/>
      <dgm:spPr/>
      <dgm:t>
        <a:bodyPr/>
        <a:lstStyle/>
        <a:p>
          <a:endParaRPr lang="en-US"/>
        </a:p>
      </dgm:t>
    </dgm:pt>
    <dgm:pt modelId="{89984221-1B86-40B9-8EBF-3A0CE333D9D8}">
      <dgm:prSet/>
      <dgm:spPr/>
      <dgm:t>
        <a:bodyPr/>
        <a:lstStyle/>
        <a:p>
          <a:r>
            <a:rPr lang="en-US"/>
            <a:t>pip install -r requirements.txt</a:t>
          </a:r>
        </a:p>
      </dgm:t>
    </dgm:pt>
    <dgm:pt modelId="{D55FFE58-4DD5-445D-ADF4-7F29E7747F1B}" type="parTrans" cxnId="{9CC6BC79-4472-4AD5-87AB-EA8C54339C32}">
      <dgm:prSet/>
      <dgm:spPr/>
      <dgm:t>
        <a:bodyPr/>
        <a:lstStyle/>
        <a:p>
          <a:endParaRPr lang="en-US"/>
        </a:p>
      </dgm:t>
    </dgm:pt>
    <dgm:pt modelId="{032A5690-E727-4E7F-9AD0-86B52005829D}" type="sibTrans" cxnId="{9CC6BC79-4472-4AD5-87AB-EA8C54339C32}">
      <dgm:prSet/>
      <dgm:spPr/>
      <dgm:t>
        <a:bodyPr/>
        <a:lstStyle/>
        <a:p>
          <a:endParaRPr lang="en-US"/>
        </a:p>
      </dgm:t>
    </dgm:pt>
    <dgm:pt modelId="{E52E2D5C-AAD1-41F1-9470-4A34DF6DCE02}" type="pres">
      <dgm:prSet presAssocID="{848C1B84-72FB-4528-BA3B-EB24ED0E0C50}" presName="linear" presStyleCnt="0">
        <dgm:presLayoutVars>
          <dgm:animLvl val="lvl"/>
          <dgm:resizeHandles val="exact"/>
        </dgm:presLayoutVars>
      </dgm:prSet>
      <dgm:spPr/>
    </dgm:pt>
    <dgm:pt modelId="{5D3B712C-3F63-4F41-9841-3B0FD568026A}" type="pres">
      <dgm:prSet presAssocID="{5CCDA0A2-513F-4DF7-A085-30F98B9BC15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A6E1737-1969-43EF-A3F0-D053F039E2D7}" type="pres">
      <dgm:prSet presAssocID="{913CD279-C504-42E9-BDB2-911B57909293}" presName="spacer" presStyleCnt="0"/>
      <dgm:spPr/>
    </dgm:pt>
    <dgm:pt modelId="{F1FB6463-6A2C-4D27-8E4C-79F0E6190907}" type="pres">
      <dgm:prSet presAssocID="{1D1F12D6-924A-4908-9107-54E204A9160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ADFB3A2-AABE-4916-8D4D-F769B2A30855}" type="pres">
      <dgm:prSet presAssocID="{407E2E92-7507-437F-AA0D-69756AF72045}" presName="spacer" presStyleCnt="0"/>
      <dgm:spPr/>
    </dgm:pt>
    <dgm:pt modelId="{3F641821-F704-4E45-8FA0-C2581DE52801}" type="pres">
      <dgm:prSet presAssocID="{DE8EDD5A-FCAF-4DE5-959E-4A541F0499D2}" presName="parentText" presStyleLbl="node1" presStyleIdx="2" presStyleCnt="6" custLinFactNeighborY="11759">
        <dgm:presLayoutVars>
          <dgm:chMax val="0"/>
          <dgm:bulletEnabled val="1"/>
        </dgm:presLayoutVars>
      </dgm:prSet>
      <dgm:spPr/>
    </dgm:pt>
    <dgm:pt modelId="{BC832CC5-60CA-4A6F-A647-31C0B745A2E4}" type="pres">
      <dgm:prSet presAssocID="{C222B27B-8004-48F2-85AD-9D5D8A876CB3}" presName="spacer" presStyleCnt="0"/>
      <dgm:spPr/>
    </dgm:pt>
    <dgm:pt modelId="{007CD580-C891-44ED-999C-A9DB912CD61A}" type="pres">
      <dgm:prSet presAssocID="{3BC25CFB-1019-4C77-BA62-A8864D0ECC6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74EE949-CFA4-42D3-882D-58A2B7AB4130}" type="pres">
      <dgm:prSet presAssocID="{9DFD7808-E0AB-4722-8BCE-78C9AE3EF4C0}" presName="spacer" presStyleCnt="0"/>
      <dgm:spPr/>
    </dgm:pt>
    <dgm:pt modelId="{F1784E14-FA33-4031-94C1-61BBC8B9BBC1}" type="pres">
      <dgm:prSet presAssocID="{668A4DF1-EEE7-4A47-91B1-7B6A9920E2F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B6037B3-6D1B-4DCD-9034-D3B36512684B}" type="pres">
      <dgm:prSet presAssocID="{8D3253E8-9B81-4F46-8E85-B9782F1019DE}" presName="spacer" presStyleCnt="0"/>
      <dgm:spPr/>
    </dgm:pt>
    <dgm:pt modelId="{E22A67D1-82A1-4CA1-B3F3-57668EC1DBA6}" type="pres">
      <dgm:prSet presAssocID="{89984221-1B86-40B9-8EBF-3A0CE333D9D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422BE01-E91A-404C-9C3A-D33E8E832CBA}" srcId="{848C1B84-72FB-4528-BA3B-EB24ED0E0C50}" destId="{DE8EDD5A-FCAF-4DE5-959E-4A541F0499D2}" srcOrd="2" destOrd="0" parTransId="{73675B59-D64D-44E9-9D00-6B2F6C77DD95}" sibTransId="{C222B27B-8004-48F2-85AD-9D5D8A876CB3}"/>
    <dgm:cxn modelId="{C733FB23-FB52-4BD0-A29A-4B8C8E0F8E18}" srcId="{848C1B84-72FB-4528-BA3B-EB24ED0E0C50}" destId="{1D1F12D6-924A-4908-9107-54E204A9160C}" srcOrd="1" destOrd="0" parTransId="{20BDB42A-8CE5-4EA4-9137-E172C49BDBC6}" sibTransId="{407E2E92-7507-437F-AA0D-69756AF72045}"/>
    <dgm:cxn modelId="{5C273A34-F339-4CD7-B719-FF5CCEF91E6D}" srcId="{848C1B84-72FB-4528-BA3B-EB24ED0E0C50}" destId="{668A4DF1-EEE7-4A47-91B1-7B6A9920E2FA}" srcOrd="4" destOrd="0" parTransId="{0DD27523-24F0-409C-9AFB-D866ED53BC58}" sibTransId="{8D3253E8-9B81-4F46-8E85-B9782F1019DE}"/>
    <dgm:cxn modelId="{7B559A37-6001-4259-8D4E-B83C519551D2}" type="presOf" srcId="{1D1F12D6-924A-4908-9107-54E204A9160C}" destId="{F1FB6463-6A2C-4D27-8E4C-79F0E6190907}" srcOrd="0" destOrd="0" presId="urn:microsoft.com/office/officeart/2005/8/layout/vList2"/>
    <dgm:cxn modelId="{4619995C-A37A-4510-B407-7F70B48DBF5F}" type="presOf" srcId="{5CCDA0A2-513F-4DF7-A085-30F98B9BC15B}" destId="{5D3B712C-3F63-4F41-9841-3B0FD568026A}" srcOrd="0" destOrd="0" presId="urn:microsoft.com/office/officeart/2005/8/layout/vList2"/>
    <dgm:cxn modelId="{37B54061-2338-414E-A66B-08ABA9C7ADFE}" srcId="{848C1B84-72FB-4528-BA3B-EB24ED0E0C50}" destId="{3BC25CFB-1019-4C77-BA62-A8864D0ECC6F}" srcOrd="3" destOrd="0" parTransId="{EC052946-5BB2-41B6-8942-D7C49E9BF235}" sibTransId="{9DFD7808-E0AB-4722-8BCE-78C9AE3EF4C0}"/>
    <dgm:cxn modelId="{C0566472-4BAB-4213-B642-4903DBF19E50}" type="presOf" srcId="{668A4DF1-EEE7-4A47-91B1-7B6A9920E2FA}" destId="{F1784E14-FA33-4031-94C1-61BBC8B9BBC1}" srcOrd="0" destOrd="0" presId="urn:microsoft.com/office/officeart/2005/8/layout/vList2"/>
    <dgm:cxn modelId="{9CC6BC79-4472-4AD5-87AB-EA8C54339C32}" srcId="{848C1B84-72FB-4528-BA3B-EB24ED0E0C50}" destId="{89984221-1B86-40B9-8EBF-3A0CE333D9D8}" srcOrd="5" destOrd="0" parTransId="{D55FFE58-4DD5-445D-ADF4-7F29E7747F1B}" sibTransId="{032A5690-E727-4E7F-9AD0-86B52005829D}"/>
    <dgm:cxn modelId="{BA47239A-61C4-4B89-9C47-209D4EFA263B}" type="presOf" srcId="{89984221-1B86-40B9-8EBF-3A0CE333D9D8}" destId="{E22A67D1-82A1-4CA1-B3F3-57668EC1DBA6}" srcOrd="0" destOrd="0" presId="urn:microsoft.com/office/officeart/2005/8/layout/vList2"/>
    <dgm:cxn modelId="{3B7E8CAC-1357-478B-9890-59CBF7846F87}" type="presOf" srcId="{DE8EDD5A-FCAF-4DE5-959E-4A541F0499D2}" destId="{3F641821-F704-4E45-8FA0-C2581DE52801}" srcOrd="0" destOrd="0" presId="urn:microsoft.com/office/officeart/2005/8/layout/vList2"/>
    <dgm:cxn modelId="{AFB7E4DF-A520-4206-8B33-D1C40CE474B2}" type="presOf" srcId="{848C1B84-72FB-4528-BA3B-EB24ED0E0C50}" destId="{E52E2D5C-AAD1-41F1-9470-4A34DF6DCE02}" srcOrd="0" destOrd="0" presId="urn:microsoft.com/office/officeart/2005/8/layout/vList2"/>
    <dgm:cxn modelId="{14FC13E0-4592-416B-AEA7-F9310D757353}" srcId="{848C1B84-72FB-4528-BA3B-EB24ED0E0C50}" destId="{5CCDA0A2-513F-4DF7-A085-30F98B9BC15B}" srcOrd="0" destOrd="0" parTransId="{C22C49FF-B6A9-4316-9A9F-719C7D0CC2A0}" sibTransId="{913CD279-C504-42E9-BDB2-911B57909293}"/>
    <dgm:cxn modelId="{53B966E0-D1F2-4E3F-AB37-2CCBA0E91B1B}" type="presOf" srcId="{3BC25CFB-1019-4C77-BA62-A8864D0ECC6F}" destId="{007CD580-C891-44ED-999C-A9DB912CD61A}" srcOrd="0" destOrd="0" presId="urn:microsoft.com/office/officeart/2005/8/layout/vList2"/>
    <dgm:cxn modelId="{2DF577F8-DB5A-4666-92FF-4A0D7C98BFB9}" type="presParOf" srcId="{E52E2D5C-AAD1-41F1-9470-4A34DF6DCE02}" destId="{5D3B712C-3F63-4F41-9841-3B0FD568026A}" srcOrd="0" destOrd="0" presId="urn:microsoft.com/office/officeart/2005/8/layout/vList2"/>
    <dgm:cxn modelId="{21DD3C27-7434-4C02-AC84-59B3BE66C339}" type="presParOf" srcId="{E52E2D5C-AAD1-41F1-9470-4A34DF6DCE02}" destId="{0A6E1737-1969-43EF-A3F0-D053F039E2D7}" srcOrd="1" destOrd="0" presId="urn:microsoft.com/office/officeart/2005/8/layout/vList2"/>
    <dgm:cxn modelId="{2419C456-CF05-4B5C-9987-DDA813E81AD0}" type="presParOf" srcId="{E52E2D5C-AAD1-41F1-9470-4A34DF6DCE02}" destId="{F1FB6463-6A2C-4D27-8E4C-79F0E6190907}" srcOrd="2" destOrd="0" presId="urn:microsoft.com/office/officeart/2005/8/layout/vList2"/>
    <dgm:cxn modelId="{B7469393-2203-4BAD-8EA8-0C6A2CA047A7}" type="presParOf" srcId="{E52E2D5C-AAD1-41F1-9470-4A34DF6DCE02}" destId="{9ADFB3A2-AABE-4916-8D4D-F769B2A30855}" srcOrd="3" destOrd="0" presId="urn:microsoft.com/office/officeart/2005/8/layout/vList2"/>
    <dgm:cxn modelId="{868D6F71-1406-47CD-B921-CFEB65534C67}" type="presParOf" srcId="{E52E2D5C-AAD1-41F1-9470-4A34DF6DCE02}" destId="{3F641821-F704-4E45-8FA0-C2581DE52801}" srcOrd="4" destOrd="0" presId="urn:microsoft.com/office/officeart/2005/8/layout/vList2"/>
    <dgm:cxn modelId="{5E8AD500-0AD0-4498-8F1B-84AA8B6A24C0}" type="presParOf" srcId="{E52E2D5C-AAD1-41F1-9470-4A34DF6DCE02}" destId="{BC832CC5-60CA-4A6F-A647-31C0B745A2E4}" srcOrd="5" destOrd="0" presId="urn:microsoft.com/office/officeart/2005/8/layout/vList2"/>
    <dgm:cxn modelId="{2EBB69B0-28F4-499F-9353-B3E729C01668}" type="presParOf" srcId="{E52E2D5C-AAD1-41F1-9470-4A34DF6DCE02}" destId="{007CD580-C891-44ED-999C-A9DB912CD61A}" srcOrd="6" destOrd="0" presId="urn:microsoft.com/office/officeart/2005/8/layout/vList2"/>
    <dgm:cxn modelId="{FA2B0071-1FE2-47AD-9D36-12DEBC0646A5}" type="presParOf" srcId="{E52E2D5C-AAD1-41F1-9470-4A34DF6DCE02}" destId="{C74EE949-CFA4-42D3-882D-58A2B7AB4130}" srcOrd="7" destOrd="0" presId="urn:microsoft.com/office/officeart/2005/8/layout/vList2"/>
    <dgm:cxn modelId="{221ED63F-BC77-4EB4-B0C3-9D647B9DCB5A}" type="presParOf" srcId="{E52E2D5C-AAD1-41F1-9470-4A34DF6DCE02}" destId="{F1784E14-FA33-4031-94C1-61BBC8B9BBC1}" srcOrd="8" destOrd="0" presId="urn:microsoft.com/office/officeart/2005/8/layout/vList2"/>
    <dgm:cxn modelId="{E21B35F4-19E9-4ECD-9D95-7022D4DEAF33}" type="presParOf" srcId="{E52E2D5C-AAD1-41F1-9470-4A34DF6DCE02}" destId="{9B6037B3-6D1B-4DCD-9034-D3B36512684B}" srcOrd="9" destOrd="0" presId="urn:microsoft.com/office/officeart/2005/8/layout/vList2"/>
    <dgm:cxn modelId="{44B9C4F0-5F92-4F7D-9215-D62712B55CC5}" type="presParOf" srcId="{E52E2D5C-AAD1-41F1-9470-4A34DF6DCE02}" destId="{E22A67D1-82A1-4CA1-B3F3-57668EC1DBA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D69C8-3287-46DD-AE93-06A7EB046550}">
      <dsp:nvSpPr>
        <dsp:cNvPr id="0" name=""/>
        <dsp:cNvSpPr/>
      </dsp:nvSpPr>
      <dsp:spPr>
        <a:xfrm>
          <a:off x="0" y="0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Hiểu Trading Bot hoạt động như thế nào.</a:t>
          </a:r>
        </a:p>
      </dsp:txBody>
      <dsp:txXfrm>
        <a:off x="26377" y="26377"/>
        <a:ext cx="4723000" cy="847812"/>
      </dsp:txXfrm>
    </dsp:sp>
    <dsp:sp modelId="{21C960F9-1DE6-47F6-9EB3-DFB88E528DD8}">
      <dsp:nvSpPr>
        <dsp:cNvPr id="0" name=""/>
        <dsp:cNvSpPr/>
      </dsp:nvSpPr>
      <dsp:spPr>
        <a:xfrm>
          <a:off x="483311" y="1064305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Thiết lập môi trường Python ảo (venv).</a:t>
          </a:r>
        </a:p>
      </dsp:txBody>
      <dsp:txXfrm>
        <a:off x="509688" y="1090682"/>
        <a:ext cx="4649446" cy="847812"/>
      </dsp:txXfrm>
    </dsp:sp>
    <dsp:sp modelId="{6FB937B2-3DB8-4D3F-AA7F-0AF9856E8528}">
      <dsp:nvSpPr>
        <dsp:cNvPr id="0" name=""/>
        <dsp:cNvSpPr/>
      </dsp:nvSpPr>
      <dsp:spPr>
        <a:xfrm>
          <a:off x="959408" y="2128610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Kết nối API Binance Testnet.</a:t>
          </a:r>
        </a:p>
      </dsp:txBody>
      <dsp:txXfrm>
        <a:off x="985785" y="2154987"/>
        <a:ext cx="4656660" cy="847812"/>
      </dsp:txXfrm>
    </dsp:sp>
    <dsp:sp modelId="{CC715910-DEF4-4136-8188-3B3149627E86}">
      <dsp:nvSpPr>
        <dsp:cNvPr id="0" name=""/>
        <dsp:cNvSpPr/>
      </dsp:nvSpPr>
      <dsp:spPr>
        <a:xfrm>
          <a:off x="1442720" y="3192915"/>
          <a:ext cx="5770880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Chạy thử GUI Bot.</a:t>
          </a:r>
        </a:p>
      </dsp:txBody>
      <dsp:txXfrm>
        <a:off x="1469097" y="3219292"/>
        <a:ext cx="4649446" cy="847812"/>
      </dsp:txXfrm>
    </dsp:sp>
    <dsp:sp modelId="{0EAB4E38-4424-488C-A141-2E154B2F15C8}">
      <dsp:nvSpPr>
        <dsp:cNvPr id="0" name=""/>
        <dsp:cNvSpPr/>
      </dsp:nvSpPr>
      <dsp:spPr>
        <a:xfrm>
          <a:off x="5185512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317220" y="689751"/>
        <a:ext cx="321951" cy="440489"/>
      </dsp:txXfrm>
    </dsp:sp>
    <dsp:sp modelId="{A8A7F977-7C60-402C-983F-1E9A5D28A420}">
      <dsp:nvSpPr>
        <dsp:cNvPr id="0" name=""/>
        <dsp:cNvSpPr/>
      </dsp:nvSpPr>
      <dsp:spPr>
        <a:xfrm>
          <a:off x="566882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00531" y="1754057"/>
        <a:ext cx="321951" cy="440489"/>
      </dsp:txXfrm>
    </dsp:sp>
    <dsp:sp modelId="{D1317CC0-740A-4D0D-99C6-AE0DBB14D369}">
      <dsp:nvSpPr>
        <dsp:cNvPr id="0" name=""/>
        <dsp:cNvSpPr/>
      </dsp:nvSpPr>
      <dsp:spPr>
        <a:xfrm>
          <a:off x="614492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276628" y="2818362"/>
        <a:ext cx="321951" cy="440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B712C-3F63-4F41-9841-3B0FD568026A}">
      <dsp:nvSpPr>
        <dsp:cNvPr id="0" name=""/>
        <dsp:cNvSpPr/>
      </dsp:nvSpPr>
      <dsp:spPr>
        <a:xfrm>
          <a:off x="0" y="21045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1️⃣ Cài Python 3.10+</a:t>
          </a:r>
        </a:p>
      </dsp:txBody>
      <dsp:txXfrm>
        <a:off x="33926" y="244376"/>
        <a:ext cx="4903751" cy="627128"/>
      </dsp:txXfrm>
    </dsp:sp>
    <dsp:sp modelId="{F1FB6463-6A2C-4D27-8E4C-79F0E6190907}">
      <dsp:nvSpPr>
        <dsp:cNvPr id="0" name=""/>
        <dsp:cNvSpPr/>
      </dsp:nvSpPr>
      <dsp:spPr>
        <a:xfrm>
          <a:off x="0" y="98319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592857"/>
                <a:satOff val="2840"/>
                <a:lumOff val="2627"/>
                <a:alphaOff val="0"/>
                <a:tint val="96000"/>
                <a:lumMod val="100000"/>
              </a:schemeClr>
            </a:gs>
            <a:gs pos="78000">
              <a:schemeClr val="accent2">
                <a:hueOff val="-592857"/>
                <a:satOff val="2840"/>
                <a:lumOff val="262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2️⃣ Tạo môi trường ảo:</a:t>
          </a:r>
        </a:p>
      </dsp:txBody>
      <dsp:txXfrm>
        <a:off x="33926" y="1017116"/>
        <a:ext cx="4903751" cy="627128"/>
      </dsp:txXfrm>
    </dsp:sp>
    <dsp:sp modelId="{3F641821-F704-4E45-8FA0-C2581DE52801}">
      <dsp:nvSpPr>
        <dsp:cNvPr id="0" name=""/>
        <dsp:cNvSpPr/>
      </dsp:nvSpPr>
      <dsp:spPr>
        <a:xfrm>
          <a:off x="0" y="1765074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1185714"/>
                <a:satOff val="5680"/>
                <a:lumOff val="5255"/>
                <a:alphaOff val="0"/>
                <a:tint val="96000"/>
                <a:lumMod val="100000"/>
              </a:schemeClr>
            </a:gs>
            <a:gs pos="78000">
              <a:schemeClr val="accent2">
                <a:hueOff val="-1185714"/>
                <a:satOff val="5680"/>
                <a:lumOff val="525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python3 -m </a:t>
          </a:r>
          <a:r>
            <a:rPr lang="en-US" sz="2700" kern="1200" dirty="0" err="1"/>
            <a:t>venv</a:t>
          </a:r>
          <a:r>
            <a:rPr lang="en-US" sz="2700" kern="1200" dirty="0"/>
            <a:t> </a:t>
          </a:r>
          <a:r>
            <a:rPr lang="en-US" sz="2700" kern="1200" dirty="0" err="1"/>
            <a:t>venv</a:t>
          </a:r>
          <a:endParaRPr lang="en-US" sz="2700" kern="1200" dirty="0"/>
        </a:p>
      </dsp:txBody>
      <dsp:txXfrm>
        <a:off x="33926" y="1799000"/>
        <a:ext cx="4903751" cy="627128"/>
      </dsp:txXfrm>
    </dsp:sp>
    <dsp:sp modelId="{007CD580-C891-44ED-999C-A9DB912CD61A}">
      <dsp:nvSpPr>
        <dsp:cNvPr id="0" name=""/>
        <dsp:cNvSpPr/>
      </dsp:nvSpPr>
      <dsp:spPr>
        <a:xfrm>
          <a:off x="0" y="252867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1778572"/>
                <a:satOff val="8520"/>
                <a:lumOff val="7882"/>
                <a:alphaOff val="0"/>
                <a:tint val="96000"/>
                <a:lumMod val="100000"/>
              </a:schemeClr>
            </a:gs>
            <a:gs pos="78000">
              <a:schemeClr val="accent2">
                <a:hueOff val="-1778572"/>
                <a:satOff val="8520"/>
                <a:lumOff val="788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source venv/bin/activate</a:t>
          </a:r>
        </a:p>
      </dsp:txBody>
      <dsp:txXfrm>
        <a:off x="33926" y="2562596"/>
        <a:ext cx="4903751" cy="627128"/>
      </dsp:txXfrm>
    </dsp:sp>
    <dsp:sp modelId="{F1784E14-FA33-4031-94C1-61BBC8B9BBC1}">
      <dsp:nvSpPr>
        <dsp:cNvPr id="0" name=""/>
        <dsp:cNvSpPr/>
      </dsp:nvSpPr>
      <dsp:spPr>
        <a:xfrm>
          <a:off x="0" y="330141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2371429"/>
                <a:satOff val="11360"/>
                <a:lumOff val="10510"/>
                <a:alphaOff val="0"/>
                <a:tint val="96000"/>
                <a:lumMod val="100000"/>
              </a:schemeClr>
            </a:gs>
            <a:gs pos="78000">
              <a:schemeClr val="accent2">
                <a:hueOff val="-2371429"/>
                <a:satOff val="11360"/>
                <a:lumOff val="105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3️⃣ Cài thư viện:</a:t>
          </a:r>
        </a:p>
      </dsp:txBody>
      <dsp:txXfrm>
        <a:off x="33926" y="3335336"/>
        <a:ext cx="4903751" cy="627128"/>
      </dsp:txXfrm>
    </dsp:sp>
    <dsp:sp modelId="{E22A67D1-82A1-4CA1-B3F3-57668EC1DBA6}">
      <dsp:nvSpPr>
        <dsp:cNvPr id="0" name=""/>
        <dsp:cNvSpPr/>
      </dsp:nvSpPr>
      <dsp:spPr>
        <a:xfrm>
          <a:off x="0" y="4074150"/>
          <a:ext cx="4971603" cy="69498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pip install -r requirements.txt</a:t>
          </a:r>
        </a:p>
      </dsp:txBody>
      <dsp:txXfrm>
        <a:off x="33926" y="4108076"/>
        <a:ext cx="4903751" cy="627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7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1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6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81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7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22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7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5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47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23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68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5264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86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70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vi-VN"/>
              <a:t>Trading Bot – Buổi 1: Khởi động &amp; Môi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2215" y="2160589"/>
            <a:ext cx="2201035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vi-VN" sz="2000"/>
              <a:t>ChatGPT + Binance </a:t>
            </a:r>
            <a:r>
              <a:rPr lang="vi-VN" sz="2000" err="1"/>
              <a:t>Testnet</a:t>
            </a:r>
            <a:endParaRPr lang="vi-VN" sz="2000"/>
          </a:p>
          <a:p>
            <a:pPr>
              <a:defRPr sz="2000"/>
            </a:pPr>
            <a:r>
              <a:rPr lang="vi-VN" sz="2000" err="1"/>
              <a:t>Mục</a:t>
            </a:r>
            <a:r>
              <a:rPr lang="vi-VN" sz="2000"/>
              <a:t> </a:t>
            </a:r>
            <a:r>
              <a:rPr lang="vi-VN" sz="2000" err="1"/>
              <a:t>tiêu</a:t>
            </a:r>
            <a:r>
              <a:rPr lang="vi-VN" sz="2000"/>
              <a:t>: </a:t>
            </a:r>
            <a:r>
              <a:rPr lang="vi-VN" sz="2000" err="1"/>
              <a:t>Hiểu</a:t>
            </a:r>
            <a:r>
              <a:rPr lang="vi-VN" sz="2000"/>
              <a:t> </a:t>
            </a:r>
            <a:r>
              <a:rPr lang="vi-VN" sz="2000" err="1"/>
              <a:t>luồng</a:t>
            </a:r>
            <a:r>
              <a:rPr lang="vi-VN" sz="2000"/>
              <a:t> </a:t>
            </a:r>
            <a:r>
              <a:rPr lang="vi-VN" sz="2000" err="1"/>
              <a:t>hệ</a:t>
            </a:r>
            <a:r>
              <a:rPr lang="vi-VN" sz="2000"/>
              <a:t> </a:t>
            </a:r>
            <a:r>
              <a:rPr lang="vi-VN" sz="2000" err="1"/>
              <a:t>thống</a:t>
            </a:r>
            <a:r>
              <a:rPr lang="vi-VN" sz="2000"/>
              <a:t> </a:t>
            </a:r>
            <a:r>
              <a:rPr lang="vi-VN" sz="2000" err="1"/>
              <a:t>và</a:t>
            </a:r>
            <a:r>
              <a:rPr lang="vi-VN" sz="2000"/>
              <a:t> </a:t>
            </a:r>
            <a:r>
              <a:rPr lang="vi-VN" sz="2000" err="1"/>
              <a:t>khởi</a:t>
            </a:r>
            <a:r>
              <a:rPr lang="vi-VN" sz="2000"/>
              <a:t> </a:t>
            </a:r>
            <a:r>
              <a:rPr lang="vi-VN" sz="2000" err="1"/>
              <a:t>chạy</a:t>
            </a:r>
            <a:r>
              <a:rPr lang="vi-VN" sz="2000"/>
              <a:t> </a:t>
            </a:r>
            <a:r>
              <a:rPr lang="vi-VN" sz="2000" err="1"/>
              <a:t>được</a:t>
            </a:r>
            <a:r>
              <a:rPr lang="vi-VN" sz="2000"/>
              <a:t> bot </a:t>
            </a:r>
            <a:r>
              <a:rPr lang="vi-VN" sz="2000" err="1"/>
              <a:t>lần</a:t>
            </a:r>
            <a:r>
              <a:rPr lang="vi-VN" sz="2000"/>
              <a:t> </a:t>
            </a:r>
            <a:r>
              <a:rPr lang="vi-VN" sz="2000" err="1"/>
              <a:t>đầu</a:t>
            </a:r>
            <a:r>
              <a:rPr lang="vi-VN" sz="2000"/>
              <a:t>.</a:t>
            </a:r>
          </a:p>
          <a:p>
            <a:pPr marL="0" indent="0">
              <a:buNone/>
              <a:defRPr sz="2000"/>
            </a:pPr>
            <a:endParaRPr lang="vi-VN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3330B-CA0F-86BE-7094-73A1995F0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4554"/>
          <a:stretch>
            <a:fillRect/>
          </a:stretch>
        </p:blipFill>
        <p:spPr>
          <a:xfrm>
            <a:off x="508000" y="2159331"/>
            <a:ext cx="4067572" cy="3882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vi-VN"/>
              <a:t>Mục tiêu buổi học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48DE42C7-8EE5-3AF0-6F8D-D60B11C26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39585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Trading Bot là gì?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vi-VN" sz="2000"/>
              <a:t>Bot </a:t>
            </a:r>
            <a:r>
              <a:rPr lang="vi-VN" sz="2000" err="1"/>
              <a:t>giao</a:t>
            </a:r>
            <a:r>
              <a:rPr lang="vi-VN" sz="2000"/>
              <a:t> </a:t>
            </a:r>
            <a:r>
              <a:rPr lang="vi-VN" sz="2000" err="1"/>
              <a:t>dịch</a:t>
            </a:r>
            <a:r>
              <a:rPr lang="vi-VN" sz="2000"/>
              <a:t> = </a:t>
            </a:r>
            <a:r>
              <a:rPr lang="vi-VN" sz="2000" err="1"/>
              <a:t>chương</a:t>
            </a:r>
            <a:r>
              <a:rPr lang="vi-VN" sz="2000"/>
              <a:t> </a:t>
            </a:r>
            <a:r>
              <a:rPr lang="vi-VN" sz="2000" err="1"/>
              <a:t>trình</a:t>
            </a:r>
            <a:r>
              <a:rPr lang="vi-VN" sz="2000"/>
              <a:t> </a:t>
            </a:r>
            <a:r>
              <a:rPr lang="vi-VN" sz="2000" err="1"/>
              <a:t>tự</a:t>
            </a:r>
            <a:r>
              <a:rPr lang="vi-VN" sz="2000"/>
              <a:t> </a:t>
            </a:r>
            <a:r>
              <a:rPr lang="vi-VN" sz="2000" err="1"/>
              <a:t>động</a:t>
            </a:r>
            <a:r>
              <a:rPr lang="vi-VN" sz="2000"/>
              <a:t> </a:t>
            </a:r>
            <a:r>
              <a:rPr lang="vi-VN" sz="2000" err="1"/>
              <a:t>thu</a:t>
            </a:r>
            <a:r>
              <a:rPr lang="vi-VN" sz="2000"/>
              <a:t> </a:t>
            </a:r>
            <a:r>
              <a:rPr lang="vi-VN" sz="2000" err="1"/>
              <a:t>thập</a:t>
            </a:r>
            <a:r>
              <a:rPr lang="vi-VN" sz="2000"/>
              <a:t> </a:t>
            </a:r>
            <a:r>
              <a:rPr lang="vi-VN" sz="2000" err="1"/>
              <a:t>dữ</a:t>
            </a:r>
            <a:r>
              <a:rPr lang="vi-VN" sz="2000"/>
              <a:t> </a:t>
            </a:r>
            <a:r>
              <a:rPr lang="vi-VN" sz="2000" err="1"/>
              <a:t>liệu</a:t>
            </a:r>
            <a:r>
              <a:rPr lang="vi-VN" sz="2000"/>
              <a:t>, </a:t>
            </a:r>
            <a:r>
              <a:rPr lang="vi-VN" sz="2000" err="1"/>
              <a:t>tính</a:t>
            </a:r>
            <a:r>
              <a:rPr lang="vi-VN" sz="2000"/>
              <a:t> </a:t>
            </a:r>
            <a:r>
              <a:rPr lang="vi-VN" sz="2000" err="1"/>
              <a:t>chỉ</a:t>
            </a:r>
            <a:r>
              <a:rPr lang="vi-VN" sz="2000"/>
              <a:t> </a:t>
            </a:r>
            <a:r>
              <a:rPr lang="vi-VN" sz="2000" err="1"/>
              <a:t>báo</a:t>
            </a:r>
            <a:r>
              <a:rPr lang="vi-VN" sz="2000"/>
              <a:t>, </a:t>
            </a:r>
            <a:r>
              <a:rPr lang="vi-VN" sz="2000" err="1"/>
              <a:t>dùng</a:t>
            </a:r>
            <a:r>
              <a:rPr lang="vi-VN" sz="2000"/>
              <a:t> AI </a:t>
            </a:r>
            <a:r>
              <a:rPr lang="vi-VN" sz="2000" err="1"/>
              <a:t>phân</a:t>
            </a:r>
            <a:r>
              <a:rPr lang="vi-VN" sz="2000"/>
              <a:t> </a:t>
            </a:r>
            <a:r>
              <a:rPr lang="vi-VN" sz="2000" err="1"/>
              <a:t>tích</a:t>
            </a:r>
            <a:r>
              <a:rPr lang="vi-VN" sz="2000"/>
              <a:t>, </a:t>
            </a:r>
            <a:r>
              <a:rPr lang="vi-VN" sz="2000" err="1"/>
              <a:t>và</a:t>
            </a:r>
            <a:r>
              <a:rPr lang="vi-VN" sz="2000"/>
              <a:t> </a:t>
            </a:r>
            <a:r>
              <a:rPr lang="vi-VN" sz="2000" err="1"/>
              <a:t>gửi</a:t>
            </a:r>
            <a:r>
              <a:rPr lang="vi-VN" sz="2000"/>
              <a:t> </a:t>
            </a:r>
            <a:r>
              <a:rPr lang="vi-VN" sz="2000" err="1"/>
              <a:t>lệnh</a:t>
            </a:r>
            <a:r>
              <a:rPr lang="vi-VN" sz="2000"/>
              <a:t> </a:t>
            </a:r>
            <a:r>
              <a:rPr lang="vi-VN" sz="2000" err="1"/>
              <a:t>Testnet</a:t>
            </a:r>
            <a:r>
              <a:rPr lang="vi-VN" sz="2000"/>
              <a:t>.</a:t>
            </a:r>
          </a:p>
          <a:p>
            <a:pPr>
              <a:defRPr sz="2000"/>
            </a:pPr>
            <a:endParaRPr lang="vi-VN" sz="2000"/>
          </a:p>
          <a:p>
            <a:pPr>
              <a:defRPr sz="2000"/>
            </a:pPr>
            <a:r>
              <a:rPr lang="vi-VN" sz="2000"/>
              <a:t>Thành </a:t>
            </a:r>
            <a:r>
              <a:rPr lang="vi-VN" sz="2000" err="1"/>
              <a:t>phần</a:t>
            </a:r>
            <a:r>
              <a:rPr lang="vi-VN" sz="2000"/>
              <a:t>:</a:t>
            </a:r>
          </a:p>
          <a:p>
            <a:pPr>
              <a:defRPr sz="2000"/>
            </a:pPr>
            <a:r>
              <a:rPr lang="vi-VN" sz="2000"/>
              <a:t>1. AI Advisor (ChatGPT)</a:t>
            </a:r>
          </a:p>
          <a:p>
            <a:pPr>
              <a:defRPr sz="2000"/>
            </a:pPr>
            <a:r>
              <a:rPr lang="vi-VN" sz="2000"/>
              <a:t>2. Indicators (RSI, MA, ATR)</a:t>
            </a:r>
          </a:p>
          <a:p>
            <a:pPr>
              <a:defRPr sz="2000"/>
            </a:pPr>
            <a:r>
              <a:rPr lang="vi-VN" sz="2000"/>
              <a:t>3. Risk Management (1%, SL/TP)</a:t>
            </a:r>
          </a:p>
          <a:p>
            <a:pPr>
              <a:defRPr sz="2000"/>
            </a:pPr>
            <a:r>
              <a:rPr lang="vi-VN" sz="2000"/>
              <a:t>4. GUI + Báo </a:t>
            </a:r>
            <a:r>
              <a:rPr lang="vi-VN" sz="2000" err="1"/>
              <a:t>cáo</a:t>
            </a:r>
            <a:r>
              <a:rPr lang="vi-VN" sz="2000"/>
              <a:t> HTML</a:t>
            </a:r>
          </a:p>
          <a:p>
            <a:pPr marL="0" indent="0">
              <a:buNone/>
              <a:defRPr sz="2000"/>
            </a:pPr>
            <a:endParaRPr lang="vi-VN" sz="200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vi-VN" sz="3800"/>
              <a:t>Cài đặt môi trường Python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BDD4A3FC-2176-496E-353F-6668514D2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645655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Keys &amp; .env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API key/secret </a:t>
            </a:r>
            <a:r>
              <a:rPr dirty="0" err="1"/>
              <a:t>từ</a:t>
            </a:r>
            <a:r>
              <a:rPr dirty="0"/>
              <a:t> Binance </a:t>
            </a:r>
            <a:r>
              <a:rPr dirty="0" err="1"/>
              <a:t>Testnet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Lưu </a:t>
            </a:r>
            <a:r>
              <a:rPr dirty="0" err="1"/>
              <a:t>trong</a:t>
            </a:r>
            <a:r>
              <a:rPr dirty="0"/>
              <a:t> file .env:</a:t>
            </a:r>
          </a:p>
          <a:p>
            <a:pPr>
              <a:defRPr sz="2000"/>
            </a:pPr>
            <a:r>
              <a:rPr dirty="0"/>
              <a:t>BINANCE_API_KEY=</a:t>
            </a:r>
            <a:r>
              <a:rPr dirty="0" err="1"/>
              <a:t>xxxx</a:t>
            </a:r>
            <a:endParaRPr dirty="0"/>
          </a:p>
          <a:p>
            <a:pPr>
              <a:defRPr sz="2000"/>
            </a:pPr>
            <a:r>
              <a:rPr dirty="0"/>
              <a:t>BINANCE_SECRET_KEY=</a:t>
            </a:r>
            <a:r>
              <a:rPr dirty="0" err="1"/>
              <a:t>yyyy</a:t>
            </a:r>
            <a:endParaRPr dirty="0"/>
          </a:p>
          <a:p>
            <a:pPr>
              <a:defRPr sz="2000"/>
            </a:pPr>
            <a:r>
              <a:rPr dirty="0"/>
              <a:t>⚠️ </a:t>
            </a:r>
            <a:r>
              <a:rPr dirty="0" err="1"/>
              <a:t>Không</a:t>
            </a:r>
            <a:r>
              <a:rPr dirty="0"/>
              <a:t> upload </a:t>
            </a:r>
            <a:r>
              <a:rPr dirty="0" err="1"/>
              <a:t>lên</a:t>
            </a:r>
            <a:r>
              <a:rPr dirty="0"/>
              <a:t> GitHub.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t>Chạy thử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vi-VN" sz="2000" err="1"/>
              <a:t>Chạy</a:t>
            </a:r>
            <a:r>
              <a:rPr lang="vi-VN" sz="2000"/>
              <a:t> </a:t>
            </a:r>
            <a:r>
              <a:rPr lang="vi-VN" sz="2000" err="1"/>
              <a:t>lệnh</a:t>
            </a:r>
            <a:r>
              <a:rPr lang="vi-VN" sz="2000"/>
              <a:t>:</a:t>
            </a:r>
          </a:p>
          <a:p>
            <a:pPr>
              <a:defRPr sz="2000"/>
            </a:pPr>
            <a:r>
              <a:rPr lang="vi-VN" sz="2000"/>
              <a:t>python gui_main.py</a:t>
            </a:r>
          </a:p>
          <a:p>
            <a:pPr>
              <a:defRPr sz="2000"/>
            </a:pPr>
            <a:r>
              <a:rPr lang="vi-VN" sz="2000"/>
              <a:t>→ </a:t>
            </a:r>
            <a:r>
              <a:rPr lang="vi-VN" sz="2000" err="1"/>
              <a:t>Mở</a:t>
            </a:r>
            <a:r>
              <a:rPr lang="vi-VN" sz="2000"/>
              <a:t> GUI: Start / Stop / Open Report.</a:t>
            </a:r>
          </a:p>
          <a:p>
            <a:pPr>
              <a:defRPr sz="2000"/>
            </a:pPr>
            <a:r>
              <a:rPr lang="vi-VN" sz="2000"/>
              <a:t>Quan </a:t>
            </a:r>
            <a:r>
              <a:rPr lang="vi-VN" sz="2000" err="1"/>
              <a:t>sát</a:t>
            </a:r>
            <a:r>
              <a:rPr lang="vi-VN" sz="2000"/>
              <a:t> log </a:t>
            </a:r>
            <a:r>
              <a:rPr lang="vi-VN" sz="2000" err="1"/>
              <a:t>và</a:t>
            </a:r>
            <a:r>
              <a:rPr lang="vi-VN" sz="2000"/>
              <a:t> API </a:t>
            </a:r>
            <a:r>
              <a:rPr lang="vi-VN" sz="2000" err="1"/>
              <a:t>kết</a:t>
            </a:r>
            <a:r>
              <a:rPr lang="vi-VN" sz="2000"/>
              <a:t> </a:t>
            </a:r>
            <a:r>
              <a:rPr lang="vi-VN" sz="2000" err="1"/>
              <a:t>nối</a:t>
            </a:r>
            <a:r>
              <a:rPr lang="vi-VN" sz="2000"/>
              <a:t>.</a:t>
            </a:r>
          </a:p>
          <a:p>
            <a:pPr>
              <a:defRPr sz="2000"/>
            </a:pPr>
            <a:endParaRPr lang="vi-VN" sz="20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r>
              <a:rPr lang="vi-VN" sz="3300">
                <a:solidFill>
                  <a:schemeClr val="bg1"/>
                </a:solidFill>
              </a:rPr>
              <a:t>Luồng hoạt động tổng quan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vi-VN" sz="2000">
                <a:solidFill>
                  <a:schemeClr val="bg1"/>
                </a:solidFill>
              </a:rPr>
              <a:t>Dữ liệu giá → Chỉ báo (RSI, MA, ATR) → AI Advisor → Quyết định → Lệnh Testnet → Báo cáo</a:t>
            </a:r>
          </a:p>
          <a:p>
            <a:pPr marL="0" indent="0">
              <a:buNone/>
              <a:defRPr sz="2000"/>
            </a:pPr>
            <a:endParaRPr lang="vi-VN" sz="20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A008B-873D-FC0B-ADC4-F7D0EFFE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5260"/>
            <a:ext cx="3857625" cy="2574964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1046</TotalTime>
  <Words>276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Trading Bot – Buổi 1: Khởi động &amp; Môi Trường</vt:lpstr>
      <vt:lpstr>Mục tiêu buổi học</vt:lpstr>
      <vt:lpstr>Trading Bot là gì?</vt:lpstr>
      <vt:lpstr>Cài đặt môi trường Python</vt:lpstr>
      <vt:lpstr>API Keys &amp; .env</vt:lpstr>
      <vt:lpstr>Chạy thử Bot</vt:lpstr>
      <vt:lpstr>Luồng hoạt động tổng quan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Nhat Bao 20241661E</cp:lastModifiedBy>
  <cp:revision>2</cp:revision>
  <dcterms:created xsi:type="dcterms:W3CDTF">2013-01-27T09:14:16Z</dcterms:created>
  <dcterms:modified xsi:type="dcterms:W3CDTF">2025-11-11T03:13:37Z</dcterms:modified>
  <cp:category/>
</cp:coreProperties>
</file>